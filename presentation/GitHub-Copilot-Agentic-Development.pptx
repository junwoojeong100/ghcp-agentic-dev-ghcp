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오프닝: 오늘은 기능 목록을 설명하지 않습니다. 고객 문제 하나가 검토 가능한 서비스 변경으로 이어지는 모습을 보겠습니다. 같은 주문을 다시 보내도 주문은 한 건, 별도의 새 주문은 그대로라는 기준을 따라갑니다. GitHub를 몰라도 고객 화면과 출시 판단 지점만 보시면 됩니다.</a:t>
            </a:r>
          </a:p>
          <a:p>
            <a:r>
              <a:t>권장 45초.</a:t>
            </a:r>
          </a:p>
          <a:p/>
          <a:p>
            <a:r>
              <a:t>검증·표현 경계: 합성 모의 주문, 실제 결제/배포 없음. 생산성/매출 효과를 측정한 실험이 아님. 사전 실행 화면은 리허설 기록.</a:t>
            </a:r>
          </a:p>
          <a:p/>
          <a:p>
            <a:r>
              <a:t>출처/근거:</a:t>
            </a:r>
          </a:p>
          <a:p>
            <a:r>
              <a:t>demo/starter/REQUEST.md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고객 문의를 읽고 오른쪽의 숫자만 짚습니다. 실제로 같은 요청 두 개를 동시에 보냈고, 서버에 모의 주문 두 건이 생겼습니다. 주문번호도 서로 다릅니다. 실제 결제나 고객 데이터를 사용하지 않습니다. 매출 손실을 측정했다는 뜻도 아닙니다.</a:t>
            </a:r>
          </a:p>
          <a:p>
            <a:r>
              <a:t>권장 60초.</a:t>
            </a:r>
          </a:p>
          <a:p/>
          <a:p>
            <a:r>
              <a:t>검증·표현 경계: 합성 모의 주문, 실제 결제/배포 없음. 생산성/매출 효과를 측정한 실험이 아님. 사전 실행 화면은 리허설 기록.</a:t>
            </a:r>
          </a:p>
          <a:p/>
          <a:p>
            <a:r>
              <a:t>출처/근거:</a:t>
            </a:r>
          </a:p>
          <a:p>
            <a:r>
              <a:t>presentation/assets/01-before.png</a:t>
            </a:r>
          </a:p>
          <a:p>
            <a:r>
              <a:t>evidence/browser-check.json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코딩 자체보다 요청 해석, 범위, 검증, 책임 사이의 공백을 보겠다고 설명합니다. 이 슬라이드는 생산성 개선을 입증하는 수치가 아니라 이번 데모의 설계 목표입니다.</a:t>
            </a:r>
          </a:p>
          <a:p>
            <a:r>
              <a:t>권장 60초.</a:t>
            </a:r>
          </a:p>
          <a:p/>
          <a:p>
            <a:r>
              <a:t>검증·표현 경계: 합성 모의 주문, 실제 결제/배포 없음. 생산성/매출 효과를 측정한 실험이 아님. 사전 실행 화면은 리허설 기록.</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경험이 없는 참석자를 위한 최소 설명입니다. GitHub와 Copilot을 같은 개념으로 부르지 않습니다. 이번에 실행한 것은 터미널용 Copilot CLI의 역할별 프로필과 로컬 Git 변경 비교입니다. GitHub 웹 PR이나 Actions를 시연한 것으로 말하지 않습니다.</a:t>
            </a:r>
          </a:p>
          <a:p>
            <a:r>
              <a:t>권장 45초.</a:t>
            </a:r>
          </a:p>
          <a:p/>
          <a:p>
            <a:r>
              <a:t>검증·표현 경계: 합성 모의 주문, 실제 결제/배포 없음. 생산성/매출 효과를 측정한 실험이 아님. 사전 실행 화면은 리허설 기록.</a:t>
            </a:r>
          </a:p>
          <a:p/>
          <a:p>
            <a:r>
              <a:t>출처/근거:</a:t>
            </a:r>
          </a:p>
          <a:p>
            <a:r>
              <a:t>https://docs.github.com/en/copilot/concepts/agents/about-copilot-cli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자연어 요청을 검증 가능한 기준으로 바꾸는 장면입니다. 같은 표식은 동일 업무 요청을 구분하는 값입니다. 기술명은 Idempotency-Key이지만 먼저 외울 필요는 없습니다. 수정 허용 파일과 범위 밖을 사람이 승인해야 합니다.</a:t>
            </a:r>
          </a:p>
          <a:p>
            <a:r>
              <a:t>권장 60초.</a:t>
            </a:r>
          </a:p>
          <a:p/>
          <a:p>
            <a:r>
              <a:t>검증·표현 경계: 합성 모의 주문, 실제 결제/배포 없음. 생산성/매출 효과를 측정한 실험이 아님. 사전 실행 화면은 리허설 기록.</a:t>
            </a:r>
          </a:p>
          <a:p/>
          <a:p>
            <a:r>
              <a:t>출처/근거:</a:t>
            </a:r>
          </a:p>
          <a:p>
            <a:r>
              <a:t>demo/starter/REQUEST.md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실제로 세 개의 별도 Copilot CLI 세션을 역할 프로필로 실행했습니다. 데모 스크립트가 계획, 변경, 테스트 기록, 검토를 파일로 인계합니다. 테스트는 로컬 Node.js 실행이며 별도의 테스트 AI가 통과를 선언하는 구조가 아닙니다. 검토 역할 분리는 오류가 없다는 보장도 아닙니다.</a:t>
            </a:r>
          </a:p>
          <a:p>
            <a:r>
              <a:t>권장 90초.</a:t>
            </a:r>
          </a:p>
          <a:p/>
          <a:p>
            <a:r>
              <a:t>검증·표현 경계: 합성 모의 주문, 실제 결제/배포 없음. 생산성/매출 효과를 측정한 실험이 아님. 사전 실행 화면은 리허설 기록.</a:t>
            </a:r>
          </a:p>
          <a:p/>
          <a:p>
            <a:r>
              <a:t>출처/근거:</a:t>
            </a:r>
          </a:p>
          <a:p>
            <a:r>
              <a:t>demo/starter/.github/agents/</a:t>
            </a:r>
          </a:p>
          <a:p>
            <a:r>
              <a:t>demo/scripts/workflow.mjs</a:t>
            </a:r>
          </a:p>
          <a:p>
            <a:r>
              <a:t>https://docs.github.com/en/copilot/reference/custom-agents-configuration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영상이나 브라우저로 전환합니다. 영상 경로는 video/Agentic-Development-Demo-KO.mp4입니다. 5분은 편집된 설명 길이이지 실제 개발 소요 시간이 아닙니다. 라이브가 막히면 저장본으로 전환한다고 명확히 말합니다. 상세 조작은 DEMO-GUIDE.ko.md를 따릅니다.</a:t>
            </a:r>
          </a:p>
          <a:p/>
          <a:p>
            <a:r>
              <a:t>검증·표현 경계: 합성 모의 주문, 실제 결제/배포 없음. 생산성/매출 효과를 측정한 실험이 아님. 사전 실행 화면은 리허설 기록.</a:t>
            </a:r>
          </a:p>
          <a:p/>
          <a:p>
            <a:r>
              <a:t>출처/근거:</a:t>
            </a:r>
          </a:p>
          <a:p>
            <a:r>
              <a:t>DEMO-GUIDE.ko.md</a:t>
            </a:r>
          </a:p>
          <a:p>
            <a:r>
              <a:t>video/Agentic-Development-Demo-KO.mp4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브라우저에서 같은 요청을 두 번 보낸 화면입니다. 변경 전에는 서로 다른 주문번호 두 개, 변경 후에는 하나입니다. 영상/브라우저에서 새 주문을 추가해 정상 구매를 막지 않았다는 것도 보여줍니다. 실제 결제 취소나 환불까지 검증한 것은 아닙니다.</a:t>
            </a:r>
          </a:p>
          <a:p/>
          <a:p>
            <a:r>
              <a:t>검증·표현 경계: 합성 모의 주문, 실제 결제/배포 없음. 생산성/매출 효과를 측정한 실험이 아님. 사전 실행 화면은 리허설 기록.</a:t>
            </a:r>
          </a:p>
          <a:p/>
          <a:p>
            <a:r>
              <a:t>출처/근거:</a:t>
            </a:r>
          </a:p>
          <a:p>
            <a:r>
              <a:t>evidence/browser-check.json</a:t>
            </a:r>
          </a:p>
          <a:p>
            <a:r>
              <a:t>presentation/assets/01-before.png</a:t>
            </a:r>
          </a:p>
          <a:p>
            <a:r>
              <a:t>presentation/assets/02-after.png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리허설 기록에서 업무 기준 16개, 저장소 테스트 17개가 통과했습니다. 이 숫자는 이 샘플에 대한 실행 결과일 뿐 생산성 수치나 결함 부재 증명이 아닙니다. 브라우저 검증은 별도로 수행했습니다. 사람이 정한 acceptance 테스트 파일은 구현 에이전트의 변경 범위 밖에 있습니다.</a:t>
            </a:r>
          </a:p>
          <a:p/>
          <a:p>
            <a:r>
              <a:t>검증·표현 경계: 합성 모의 주문, 실제 결제/배포 없음. 생산성/매출 효과를 측정한 실험이 아님. 사전 실행 화면은 리허설 기록.</a:t>
            </a:r>
          </a:p>
          <a:p/>
          <a:p>
            <a:r>
              <a:t>출처/근거:</a:t>
            </a:r>
          </a:p>
          <a:p>
            <a:r>
              <a:t>demo/reference/.demo/00-baseline.tap</a:t>
            </a:r>
          </a:p>
          <a:p>
            <a:r>
              <a:t>demo/reference/.demo/03-verification.json</a:t>
            </a:r>
          </a:p>
          <a:p>
            <a:r>
              <a:t>evidence/browser-check.json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실제로 최초 검토 에이전트가 CHANGES_REQUESTED를 반환했습니다. 서버 테스트가 통과했어도 실패한 주문을 화면이 정상이라고 표시할 수 있었습니다. 브라우저 자동 확인에서도 재현했고, 이 두 기록을 구현 역할에 다시 전달했습니다. 최초 기록은 history/iteration-01에 보존했습니다. 실패를 각본으로 꾸민 것이 아닙니다. 최종 소스에는 이 수정과 회귀 테스트가 포함됩니다.</a:t>
            </a:r>
          </a:p>
          <a:p/>
          <a:p>
            <a:r>
              <a:t>검증·표현 경계: 합성 모의 주문, 실제 결제/배포 없음. 생산성/매출 효과를 측정한 실험이 아님. 사전 실행 화면은 리허설 기록.</a:t>
            </a:r>
          </a:p>
          <a:p/>
          <a:p>
            <a:r>
              <a:t>출처/근거:</a:t>
            </a:r>
          </a:p>
          <a:p>
            <a:r>
              <a:t>demo/reference/.demo/history/iteration-01/04-review.md</a:t>
            </a:r>
          </a:p>
          <a:p>
            <a:r>
              <a:t>demo/reference/.demo/history/iteration-01/06-browser-check.json</a:t>
            </a:r>
          </a:p>
          <a:p>
            <a:r>
              <a:t>demo/reference/.demo/02-implementation.md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검토 에이전트의 READY_FOR_HUMAN_REVIEW는 검토를 위한 권고이지 사람의 승인이 아닙니다. 이번 데모는 실제 PR 생성·병합·배포 없이 멈춥니다. 단일 프로세스 메모리 구현이므로 운영 적용 전 영속성, 원자성, 사용자 범위, 키 수명, 결제 연동을 검토해야 합니다. 저장본의 범위 승인도 리허설 기록임을 명시합니다.</a:t>
            </a:r>
          </a:p>
          <a:p/>
          <a:p>
            <a:r>
              <a:t>검증·표현 경계: 합성 모의 주문, 실제 결제/배포 없음. 생산성/매출 효과를 측정한 실험이 아님. 사전 실행 화면은 리허설 기록.</a:t>
            </a:r>
          </a:p>
          <a:p/>
          <a:p>
            <a:r>
              <a:t>출처/근거:</a:t>
            </a:r>
          </a:p>
          <a:p>
            <a:r>
              <a:t>demo/reference/.demo/04-review.md</a:t>
            </a:r>
          </a:p>
          <a:p>
            <a:r>
              <a:t>demo/reference/.demo/plan-approval.json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준비된 컨트롤러는 승인 없는 구현, 실패/미검증 상태의 검토, 검증 후 소스 변경을 차단합니다. 이 제어는 GitHub 내장 기능이라고 주장하지 않습니다. 파일·도구 제한도 완전한 샌드박스나 영구적 권한 경계로 보장하지 않습니다. 프로덕션에는 조직 정책을 별도로 연결해야 합니다.</a:t>
            </a:r>
          </a:p>
          <a:p/>
          <a:p>
            <a:r>
              <a:t>검증·표현 경계: 합성 모의 주문, 실제 결제/배포 없음. 생산성/매출 효과를 측정한 실험이 아님. 사전 실행 화면은 리허설 기록.</a:t>
            </a:r>
          </a:p>
          <a:p/>
          <a:p>
            <a:r>
              <a:t>출처/근거:</a:t>
            </a:r>
          </a:p>
          <a:p>
            <a:r>
              <a:t>demo/scripts/workflow.mjs</a:t>
            </a:r>
          </a:p>
          <a:p>
            <a:r>
              <a:t>evidence/control-check.json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교육용 모의 주문 데모를 보여줬다고 실제 결제 경로를 첫 파일럿으로 권하지 않습니다. 권한·결제·대규모 마이그레이션은 처음부터 고르지 않습니다. 파일럿에서는 요청→검토 시간, 재작업, 누락, 검토 부담을 같은 조건으로 측정합니다. 이 자료에는 개선율을 주장할 데이터가 없습니다.</a:t>
            </a:r>
          </a:p>
          <a:p/>
          <a:p>
            <a:r>
              <a:t>검증·표현 경계: 합성 모의 주문, 실제 결제/배포 없음. 생산성/매출 효과를 측정한 실험이 아님. 사전 실행 화면은 리허설 기록.</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마무리: 에이전트 수를 늘리는 것이 목표가 아닙니다. 조직에서 맡길 수 있는 작업 한 건과 통제할 결정 지점을 함께 설계하는 것이 핵심입니다. 오늘 본 것은 실제로 실행한 한정된 워크플로이며 조직의 생산성 성과를 보증하지 않습니다.</a:t>
            </a:r>
          </a:p>
          <a:p/>
          <a:p>
            <a:r>
              <a:t>검증·표현 경계: 합성 모의 주문, 실제 결제/배포 없음. 생산성/매출 효과를 측정한 실험이 아님. 사전 실행 화면은 리허설 기록.</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개념을 같은 이름의 멀티에이전트 기능으로 묶지 않습니다. 이번 세션에서 Agent-to-Agent는 산출물 인계를 뜻합니다. A2A discovery, Agent Card, 원격 통신이나 Copilot Studio 연결은 수행하지 않았습니다.</a:t>
            </a:r>
          </a:p>
          <a:p/>
          <a:p>
            <a:r>
              <a:t>검증·표현 경계: 합성 모의 주문, 실제 결제/배포 없음. 생산성/매출 효과를 측정한 실험이 아님. 사전 실행 화면은 리허설 기록.</a:t>
            </a:r>
          </a:p>
          <a:p/>
          <a:p>
            <a:r>
              <a:t>출처/근거:</a:t>
            </a:r>
          </a:p>
          <a:p>
            <a:r>
              <a:t>https://docs.github.com/en/copilot/how-tos/copilot-cli/use-copilot-cli/overview</a:t>
            </a:r>
          </a:p>
          <a:p>
            <a:r>
              <a:t>https://learn.microsoft.com/en-us/microsoft-copilot-studio/flows-overview</a:t>
            </a:r>
          </a:p>
          <a:p>
            <a:r>
              <a:t>https://a2a-protocol.org/latest/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 날짜는 2026-09-26 KST입니다. 소스와 로그는 키트에 함께 제공합니다. 테스트 수치는 측정된 샘플 결과이며 성공률 마케팅 지표가 아닙니다. 모델과 제품은 바뀔 수 있으므로 발표 전에 가이드의 확인 절차를 다시 수행합니다.</a:t>
            </a:r>
          </a:p>
          <a:p/>
          <a:p>
            <a:r>
              <a:t>검증·표현 경계: 합성 모의 주문, 실제 결제/배포 없음. 생산성/매출 효과를 측정한 실험이 아님. 사전 실행 화면은 리허설 기록.</a:t>
            </a:r>
          </a:p>
          <a:p/>
          <a:p>
            <a:r>
              <a:t>출처/근거:</a:t>
            </a:r>
          </a:p>
          <a:p>
            <a:r>
              <a:t>evidence/VERIFICATION.ko.md</a:t>
            </a:r>
          </a:p>
          <a:p>
            <a:r>
              <a:t>demo/reference/.demo/logs/</a:t>
            </a:r>
          </a:p>
          <a:p>
            <a:r>
              <a:t>copilot --help / copilot help permissions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하이퍼링크가 열리지 않으면 가이드의 경로를 사용합니다. README와 검증 기록이 전체 재현 절차의 시작점입니다. 공식 문서에서 제품 개념을 확인했으며, 본문에는 실제로 사용한 기능만 포함했습니다.</a:t>
            </a:r>
          </a:p>
          <a:p/>
          <a:p>
            <a:r>
              <a:t>검증·표현 경계: 합성 모의 주문, 실제 결제/배포 없음. 생산성/매출 효과를 측정한 실험이 아님. 사전 실행 화면은 리허설 기록.</a:t>
            </a:r>
          </a:p>
          <a:p/>
          <a:p>
            <a:r>
              <a:t>출처/근거:</a:t>
            </a:r>
          </a:p>
          <a:p>
            <a:r>
              <a:t>https://docs.github.com/en/copilot/how-tos/copilot-cli/use-copilot-cli/overview</a:t>
            </a:r>
          </a:p>
          <a:p>
            <a:r>
              <a:t>https://docs.github.com/en/copilot/reference/custom-agents-configuration</a:t>
            </a:r>
          </a:p>
          <a:p>
            <a:r>
              <a:t>https://docs.github.com/en/copilot/concepts/agents/about-copilot-cli</a:t>
            </a:r>
          </a:p>
          <a:p>
            <a:r>
              <a:t>https://learn.microsoft.com/en-us/microsoft-copilot-studio/flows-overview</a:t>
            </a:r>
          </a:p>
          <a:p>
            <a:r>
              <a:t>https://a2a-protocol.org/latest/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video/Agentic-Development-Demo-KO.mp4"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github.com/en/copilot/how-tos/copilot-cli/use-copilot-cli/overview" TargetMode="External"/><Relationship Id="rId3" Type="http://schemas.openxmlformats.org/officeDocument/2006/relationships/hyperlink" Target="https://docs.github.com/en/copilot/reference/custom-agents-configuration" TargetMode="External"/><Relationship Id="rId4" Type="http://schemas.openxmlformats.org/officeDocument/2006/relationships/hyperlink" Target="https://docs.github.com/en/copilot/concepts/agents/about-copilot-cli" TargetMode="External"/><Relationship Id="rId5" Type="http://schemas.openxmlformats.org/officeDocument/2006/relationships/hyperlink" Target="https://learn.microsoft.com/en-us/microsoft-copilot-studio/flows-overview" TargetMode="External"/><Relationship Id="rId6" Type="http://schemas.openxmlformats.org/officeDocument/2006/relationships/hyperlink" Target="https://a2a-protocol.org/latest/" TargetMode="External"/><Relationship Id="rId7"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727"/>
        </a:solidFill>
        <a:effectLst/>
      </p:bgPr>
    </p:bg>
    <p:spTree>
      <p:nvGrpSpPr>
        <p:cNvPr id="1" name=""/>
        <p:cNvGrpSpPr/>
        <p:nvPr/>
      </p:nvGrpSpPr>
      <p:grpSpPr/>
      <p:sp>
        <p:nvSpPr>
          <p:cNvPr id="2" name="TextBox 1"/>
          <p:cNvSpPr txBox="1"/>
          <p:nvPr/>
        </p:nvSpPr>
        <p:spPr>
          <a:xfrm>
            <a:off x="521207" y="310896"/>
            <a:ext cx="10698480" cy="256032"/>
          </a:xfrm>
          <a:prstGeom prst="rect">
            <a:avLst/>
          </a:prstGeom>
          <a:noFill/>
        </p:spPr>
        <p:txBody>
          <a:bodyPr wrap="square" lIns="0" rIns="0" tIns="0" bIns="0">
            <a:spAutoFit/>
          </a:bodyPr>
          <a:lstStyle/>
          <a:p>
            <a:pPr algn="l">
              <a:lnSpc>
                <a:spcPct val="116000"/>
              </a:lnSpc>
              <a:spcBef>
                <a:spcPts val="0"/>
              </a:spcBef>
              <a:spcAft>
                <a:spcPts val="200"/>
              </a:spcAft>
            </a:pPr>
            <a:r>
              <a:rPr sz="1000" b="1">
                <a:solidFill>
                  <a:srgbClr val="D6C1F0"/>
                </a:solidFill>
                <a:latin typeface="Arial"/>
                <a:ea typeface="Apple SD Gothic Neo"/>
              </a:rPr>
              <a:t>EXECUTIVE BRIEFING  ·  2026.09</a:t>
            </a:r>
          </a:p>
        </p:txBody>
      </p:sp>
      <p:sp>
        <p:nvSpPr>
          <p:cNvPr id="3" name="TextBox 2"/>
          <p:cNvSpPr txBox="1"/>
          <p:nvPr/>
        </p:nvSpPr>
        <p:spPr>
          <a:xfrm>
            <a:off x="521207" y="832104"/>
            <a:ext cx="11064240" cy="1170432"/>
          </a:xfrm>
          <a:prstGeom prst="rect">
            <a:avLst/>
          </a:prstGeom>
          <a:noFill/>
        </p:spPr>
        <p:txBody>
          <a:bodyPr wrap="square" lIns="0" rIns="0" tIns="0" bIns="0">
            <a:spAutoFit/>
          </a:bodyPr>
          <a:lstStyle/>
          <a:p>
            <a:pPr algn="l">
              <a:lnSpc>
                <a:spcPct val="109000"/>
              </a:lnSpc>
              <a:spcBef>
                <a:spcPts val="0"/>
              </a:spcBef>
              <a:spcAft>
                <a:spcPts val="400"/>
              </a:spcAft>
            </a:pPr>
            <a:r>
              <a:rPr sz="4000" b="1">
                <a:solidFill>
                  <a:srgbClr val="FFFFFF"/>
                </a:solidFill>
                <a:latin typeface="Arial"/>
                <a:ea typeface="Apple SD Gothic Neo"/>
              </a:rPr>
              <a:t>고객 문제에서,</a:t>
            </a:r>
          </a:p>
          <a:p>
            <a:pPr algn="l">
              <a:lnSpc>
                <a:spcPct val="109000"/>
              </a:lnSpc>
              <a:spcBef>
                <a:spcPts val="0"/>
              </a:spcBef>
              <a:spcAft>
                <a:spcPts val="400"/>
              </a:spcAft>
            </a:pPr>
            <a:r>
              <a:rPr sz="4000" b="1">
                <a:solidFill>
                  <a:srgbClr val="FFFFFF"/>
                </a:solidFill>
                <a:latin typeface="Arial"/>
                <a:ea typeface="Apple SD Gothic Neo"/>
              </a:rPr>
              <a:t>출시 판단 근거까지.</a:t>
            </a:r>
          </a:p>
        </p:txBody>
      </p:sp>
      <p:cxnSp>
        <p:nvCxnSpPr>
          <p:cNvPr id="4" name="Connector 3"/>
          <p:cNvCxnSpPr/>
          <p:nvPr/>
        </p:nvCxnSpPr>
        <p:spPr>
          <a:xfrm>
            <a:off x="521207" y="6446520"/>
            <a:ext cx="11128249" cy="0"/>
          </a:xfrm>
          <a:prstGeom prst="line">
            <a:avLst/>
          </a:prstGeom>
          <a:ln w="8890">
            <a:solidFill>
              <a:srgbClr val="1A2439"/>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9496" y="6547104"/>
            <a:ext cx="8778240" cy="173736"/>
          </a:xfrm>
          <a:prstGeom prst="rect">
            <a:avLst/>
          </a:prstGeom>
          <a:noFill/>
        </p:spPr>
        <p:txBody>
          <a:bodyPr wrap="square" lIns="0" rIns="0" tIns="0" bIns="0">
            <a:spAutoFit/>
          </a:bodyPr>
          <a:lstStyle/>
          <a:p>
            <a:pPr algn="l">
              <a:lnSpc>
                <a:spcPct val="116000"/>
              </a:lnSpc>
              <a:spcBef>
                <a:spcPts val="0"/>
              </a:spcBef>
              <a:spcAft>
                <a:spcPts val="200"/>
              </a:spcAft>
            </a:pPr>
            <a:r>
              <a:rPr sz="850" b="0">
                <a:solidFill>
                  <a:srgbClr val="78859A"/>
                </a:solidFill>
                <a:latin typeface="Arial"/>
                <a:ea typeface="Apple SD Gothic Neo"/>
              </a:rPr>
              <a:t>GitHub Copilot  /  Agentic Development in Action</a:t>
            </a:r>
          </a:p>
        </p:txBody>
      </p:sp>
      <p:sp>
        <p:nvSpPr>
          <p:cNvPr id="6" name="TextBox 5"/>
          <p:cNvSpPr txBox="1"/>
          <p:nvPr/>
        </p:nvSpPr>
        <p:spPr>
          <a:xfrm>
            <a:off x="11064240" y="6510528"/>
            <a:ext cx="576072" cy="246888"/>
          </a:xfrm>
          <a:prstGeom prst="rect">
            <a:avLst/>
          </a:prstGeom>
          <a:noFill/>
        </p:spPr>
        <p:txBody>
          <a:bodyPr wrap="square" lIns="0" rIns="0" tIns="0" bIns="0">
            <a:spAutoFit/>
          </a:bodyPr>
          <a:lstStyle/>
          <a:p>
            <a:pPr algn="r">
              <a:lnSpc>
                <a:spcPct val="116000"/>
              </a:lnSpc>
              <a:spcBef>
                <a:spcPts val="0"/>
              </a:spcBef>
              <a:spcAft>
                <a:spcPts val="200"/>
              </a:spcAft>
            </a:pPr>
            <a:r>
              <a:rPr sz="1100" b="0">
                <a:solidFill>
                  <a:srgbClr val="B1BED3"/>
                </a:solidFill>
                <a:latin typeface="Arial"/>
                <a:ea typeface="Apple SD Gothic Neo"/>
              </a:rPr>
              <a:t>01</a:t>
            </a:r>
          </a:p>
        </p:txBody>
      </p:sp>
      <p:sp>
        <p:nvSpPr>
          <p:cNvPr id="7" name="TextBox 6"/>
          <p:cNvSpPr txBox="1"/>
          <p:nvPr/>
        </p:nvSpPr>
        <p:spPr>
          <a:xfrm>
            <a:off x="557784" y="2368296"/>
            <a:ext cx="5852160" cy="914400"/>
          </a:xfrm>
          <a:prstGeom prst="rect">
            <a:avLst/>
          </a:prstGeom>
          <a:noFill/>
        </p:spPr>
        <p:txBody>
          <a:bodyPr wrap="square" lIns="0" rIns="0" tIns="0" bIns="0">
            <a:spAutoFit/>
          </a:bodyPr>
          <a:lstStyle/>
          <a:p>
            <a:pPr algn="l">
              <a:lnSpc>
                <a:spcPct val="116000"/>
              </a:lnSpc>
              <a:spcBef>
                <a:spcPts val="0"/>
              </a:spcBef>
              <a:spcAft>
                <a:spcPts val="400"/>
              </a:spcAft>
            </a:pPr>
            <a:r>
              <a:rPr sz="2200" b="1">
                <a:solidFill>
                  <a:srgbClr val="D6C1F0"/>
                </a:solidFill>
                <a:latin typeface="Arial"/>
                <a:ea typeface="Apple SD Gothic Neo"/>
              </a:rPr>
              <a:t>GitHub Copilot:</a:t>
            </a:r>
          </a:p>
          <a:p>
            <a:pPr algn="l">
              <a:lnSpc>
                <a:spcPct val="116000"/>
              </a:lnSpc>
              <a:spcBef>
                <a:spcPts val="0"/>
              </a:spcBef>
              <a:spcAft>
                <a:spcPts val="400"/>
              </a:spcAft>
            </a:pPr>
            <a:r>
              <a:rPr sz="2200" b="1">
                <a:solidFill>
                  <a:srgbClr val="D6C1F0"/>
                </a:solidFill>
                <a:latin typeface="Arial"/>
                <a:ea typeface="Apple SD Gothic Neo"/>
              </a:rPr>
              <a:t>Agentic Development in Action</a:t>
            </a:r>
          </a:p>
        </p:txBody>
      </p:sp>
      <p:sp>
        <p:nvSpPr>
          <p:cNvPr id="8" name="TextBox 7"/>
          <p:cNvSpPr txBox="1"/>
          <p:nvPr/>
        </p:nvSpPr>
        <p:spPr>
          <a:xfrm>
            <a:off x="557784" y="3749039"/>
            <a:ext cx="5852160" cy="1005840"/>
          </a:xfrm>
          <a:prstGeom prst="rect">
            <a:avLst/>
          </a:prstGeom>
          <a:noFill/>
        </p:spPr>
        <p:txBody>
          <a:bodyPr wrap="square" lIns="0" rIns="0" tIns="0" bIns="0">
            <a:spAutoFit/>
          </a:bodyPr>
          <a:lstStyle/>
          <a:p>
            <a:pPr algn="l">
              <a:lnSpc>
                <a:spcPct val="116000"/>
              </a:lnSpc>
              <a:spcBef>
                <a:spcPts val="0"/>
              </a:spcBef>
              <a:spcAft>
                <a:spcPts val="400"/>
              </a:spcAft>
            </a:pPr>
            <a:r>
              <a:rPr sz="2400" b="0">
                <a:solidFill>
                  <a:srgbClr val="FFFFFF"/>
                </a:solidFill>
                <a:latin typeface="Arial"/>
                <a:ea typeface="Apple SD Gothic Neo"/>
              </a:rPr>
              <a:t>에이전트에게 작업을.</a:t>
            </a:r>
          </a:p>
          <a:p>
            <a:pPr algn="l">
              <a:lnSpc>
                <a:spcPct val="116000"/>
              </a:lnSpc>
              <a:spcBef>
                <a:spcPts val="0"/>
              </a:spcBef>
              <a:spcAft>
                <a:spcPts val="400"/>
              </a:spcAft>
            </a:pPr>
            <a:r>
              <a:rPr sz="2400" b="0">
                <a:solidFill>
                  <a:srgbClr val="FFFFFF"/>
                </a:solidFill>
                <a:latin typeface="Arial"/>
                <a:ea typeface="Apple SD Gothic Neo"/>
              </a:rPr>
              <a:t>사람에게 범위와 최종 판단을.</a:t>
            </a:r>
          </a:p>
        </p:txBody>
      </p:sp>
      <p:sp>
        <p:nvSpPr>
          <p:cNvPr id="9" name="Rounded Rectangle 8"/>
          <p:cNvSpPr/>
          <p:nvPr/>
        </p:nvSpPr>
        <p:spPr>
          <a:xfrm>
            <a:off x="557784" y="5431536"/>
            <a:ext cx="5120640" cy="301752"/>
          </a:xfrm>
          <a:prstGeom prst="roundRect">
            <a:avLst>
              <a:gd name="adj" fmla="val 12000"/>
            </a:avLst>
          </a:prstGeom>
          <a:solidFill>
            <a:srgbClr val="1A243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30936" y="5472684"/>
            <a:ext cx="4974336" cy="228600"/>
          </a:xfrm>
          <a:prstGeom prst="rect">
            <a:avLst/>
          </a:prstGeom>
          <a:noFill/>
        </p:spPr>
        <p:txBody>
          <a:bodyPr wrap="square" lIns="0" rIns="0" tIns="0" bIns="0">
            <a:spAutoFit/>
          </a:bodyPr>
          <a:lstStyle/>
          <a:p>
            <a:pPr algn="ctr">
              <a:lnSpc>
                <a:spcPct val="116000"/>
              </a:lnSpc>
              <a:spcBef>
                <a:spcPts val="0"/>
              </a:spcBef>
              <a:spcAft>
                <a:spcPts val="200"/>
              </a:spcAft>
            </a:pPr>
            <a:r>
              <a:rPr sz="1000" b="1">
                <a:solidFill>
                  <a:srgbClr val="64D5AF"/>
                </a:solidFill>
                <a:latin typeface="Arial"/>
                <a:ea typeface="Apple SD Gothic Neo"/>
              </a:rPr>
              <a:t>CUSTOMER PROBLEM → REVIEWABLE CHANGE</a:t>
            </a:r>
          </a:p>
        </p:txBody>
      </p:sp>
      <p:sp>
        <p:nvSpPr>
          <p:cNvPr id="11" name="Rounded Rectangle 10"/>
          <p:cNvSpPr/>
          <p:nvPr/>
        </p:nvSpPr>
        <p:spPr>
          <a:xfrm>
            <a:off x="7315200" y="1408176"/>
            <a:ext cx="4279392" cy="4471416"/>
          </a:xfrm>
          <a:prstGeom prst="roundRect">
            <a:avLst>
              <a:gd name="adj" fmla="val 12000"/>
            </a:avLst>
          </a:prstGeom>
          <a:solidFill>
            <a:srgbClr val="1A243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635240" y="1783080"/>
            <a:ext cx="3639312" cy="365760"/>
          </a:xfrm>
          <a:prstGeom prst="rect">
            <a:avLst/>
          </a:prstGeom>
          <a:noFill/>
        </p:spPr>
        <p:txBody>
          <a:bodyPr wrap="square" lIns="0" rIns="0" tIns="0" bIns="0">
            <a:spAutoFit/>
          </a:bodyPr>
          <a:lstStyle/>
          <a:p>
            <a:pPr algn="ctr">
              <a:lnSpc>
                <a:spcPct val="116000"/>
              </a:lnSpc>
              <a:spcBef>
                <a:spcPts val="0"/>
              </a:spcBef>
              <a:spcAft>
                <a:spcPts val="400"/>
              </a:spcAft>
            </a:pPr>
            <a:r>
              <a:rPr sz="1800" b="0">
                <a:solidFill>
                  <a:srgbClr val="B1BED3"/>
                </a:solidFill>
                <a:latin typeface="Arial"/>
                <a:ea typeface="Apple SD Gothic Neo"/>
              </a:rPr>
              <a:t>같은 주문 요청</a:t>
            </a:r>
          </a:p>
        </p:txBody>
      </p:sp>
      <p:sp>
        <p:nvSpPr>
          <p:cNvPr id="13" name="TextBox 12"/>
          <p:cNvSpPr txBox="1"/>
          <p:nvPr/>
        </p:nvSpPr>
        <p:spPr>
          <a:xfrm>
            <a:off x="7635240" y="2377440"/>
            <a:ext cx="3639312" cy="960120"/>
          </a:xfrm>
          <a:prstGeom prst="rect">
            <a:avLst/>
          </a:prstGeom>
          <a:noFill/>
        </p:spPr>
        <p:txBody>
          <a:bodyPr wrap="square" lIns="0" rIns="0" tIns="0" bIns="0">
            <a:spAutoFit/>
          </a:bodyPr>
          <a:lstStyle/>
          <a:p>
            <a:pPr algn="ctr">
              <a:lnSpc>
                <a:spcPct val="116000"/>
              </a:lnSpc>
              <a:spcBef>
                <a:spcPts val="0"/>
              </a:spcBef>
              <a:spcAft>
                <a:spcPts val="400"/>
              </a:spcAft>
            </a:pPr>
            <a:r>
              <a:rPr sz="6200" b="1">
                <a:solidFill>
                  <a:srgbClr val="D6C1F0"/>
                </a:solidFill>
                <a:latin typeface="Arial"/>
                <a:ea typeface="Apple SD Gothic Neo"/>
              </a:rPr>
              <a:t>2회</a:t>
            </a:r>
          </a:p>
        </p:txBody>
      </p:sp>
      <p:sp>
        <p:nvSpPr>
          <p:cNvPr id="14" name="TextBox 13"/>
          <p:cNvSpPr txBox="1"/>
          <p:nvPr/>
        </p:nvSpPr>
        <p:spPr>
          <a:xfrm>
            <a:off x="8869680" y="3300984"/>
            <a:ext cx="1280160" cy="576072"/>
          </a:xfrm>
          <a:prstGeom prst="rect">
            <a:avLst/>
          </a:prstGeom>
          <a:noFill/>
        </p:spPr>
        <p:txBody>
          <a:bodyPr wrap="square" lIns="0" rIns="0" tIns="0" bIns="0">
            <a:spAutoFit/>
          </a:bodyPr>
          <a:lstStyle/>
          <a:p>
            <a:pPr algn="ctr">
              <a:lnSpc>
                <a:spcPct val="116000"/>
              </a:lnSpc>
              <a:spcBef>
                <a:spcPts val="0"/>
              </a:spcBef>
              <a:spcAft>
                <a:spcPts val="400"/>
              </a:spcAft>
            </a:pPr>
            <a:r>
              <a:rPr sz="3200" b="0">
                <a:solidFill>
                  <a:srgbClr val="78859A"/>
                </a:solidFill>
                <a:latin typeface="Arial"/>
                <a:ea typeface="Apple SD Gothic Neo"/>
              </a:rPr>
              <a:t>↓</a:t>
            </a:r>
          </a:p>
        </p:txBody>
      </p:sp>
      <p:sp>
        <p:nvSpPr>
          <p:cNvPr id="15" name="TextBox 14"/>
          <p:cNvSpPr txBox="1"/>
          <p:nvPr/>
        </p:nvSpPr>
        <p:spPr>
          <a:xfrm>
            <a:off x="7635240" y="4041648"/>
            <a:ext cx="3639312" cy="740664"/>
          </a:xfrm>
          <a:prstGeom prst="rect">
            <a:avLst/>
          </a:prstGeom>
          <a:noFill/>
        </p:spPr>
        <p:txBody>
          <a:bodyPr wrap="square" lIns="0" rIns="0" tIns="0" bIns="0">
            <a:spAutoFit/>
          </a:bodyPr>
          <a:lstStyle/>
          <a:p>
            <a:pPr algn="ctr">
              <a:lnSpc>
                <a:spcPct val="116000"/>
              </a:lnSpc>
              <a:spcBef>
                <a:spcPts val="0"/>
              </a:spcBef>
              <a:spcAft>
                <a:spcPts val="400"/>
              </a:spcAft>
            </a:pPr>
            <a:r>
              <a:rPr sz="3800" b="1">
                <a:solidFill>
                  <a:srgbClr val="64D5AF"/>
                </a:solidFill>
                <a:latin typeface="Arial"/>
                <a:ea typeface="Apple SD Gothic Neo"/>
              </a:rPr>
              <a:t>주문 1건</a:t>
            </a:r>
          </a:p>
        </p:txBody>
      </p:sp>
      <p:sp>
        <p:nvSpPr>
          <p:cNvPr id="16" name="TextBox 15"/>
          <p:cNvSpPr txBox="1"/>
          <p:nvPr/>
        </p:nvSpPr>
        <p:spPr>
          <a:xfrm>
            <a:off x="7635240" y="5074920"/>
            <a:ext cx="3639312" cy="365760"/>
          </a:xfrm>
          <a:prstGeom prst="rect">
            <a:avLst/>
          </a:prstGeom>
          <a:noFill/>
        </p:spPr>
        <p:txBody>
          <a:bodyPr wrap="square" lIns="0" rIns="0" tIns="0" bIns="0">
            <a:spAutoFit/>
          </a:bodyPr>
          <a:lstStyle/>
          <a:p>
            <a:pPr algn="ctr">
              <a:lnSpc>
                <a:spcPct val="116000"/>
              </a:lnSpc>
              <a:spcBef>
                <a:spcPts val="0"/>
              </a:spcBef>
              <a:spcAft>
                <a:spcPts val="400"/>
              </a:spcAft>
            </a:pPr>
            <a:r>
              <a:rPr sz="1600" b="0">
                <a:solidFill>
                  <a:srgbClr val="B1BED3"/>
                </a:solidFill>
                <a:latin typeface="Arial"/>
                <a:ea typeface="Apple SD Gothic Neo"/>
              </a:rPr>
              <a:t>정상적인 새 주문은 그대로</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521207" y="310896"/>
            <a:ext cx="10698480" cy="256032"/>
          </a:xfrm>
          <a:prstGeom prst="rect">
            <a:avLst/>
          </a:prstGeom>
          <a:noFill/>
        </p:spPr>
        <p:txBody>
          <a:bodyPr wrap="square" lIns="0" rIns="0" tIns="0" bIns="0">
            <a:spAutoFit/>
          </a:bodyPr>
          <a:lstStyle/>
          <a:p>
            <a:pPr algn="l">
              <a:lnSpc>
                <a:spcPct val="116000"/>
              </a:lnSpc>
              <a:spcBef>
                <a:spcPts val="0"/>
              </a:spcBef>
              <a:spcAft>
                <a:spcPts val="200"/>
              </a:spcAft>
            </a:pPr>
            <a:r>
              <a:rPr sz="1000" b="1">
                <a:solidFill>
                  <a:srgbClr val="A783D7"/>
                </a:solidFill>
                <a:latin typeface="Arial"/>
                <a:ea typeface="Apple SD Gothic Neo"/>
              </a:rPr>
              <a:t>01  /  WHY IT MATTERS</a:t>
            </a:r>
          </a:p>
        </p:txBody>
      </p:sp>
      <p:sp>
        <p:nvSpPr>
          <p:cNvPr id="3" name="TextBox 2"/>
          <p:cNvSpPr txBox="1"/>
          <p:nvPr/>
        </p:nvSpPr>
        <p:spPr>
          <a:xfrm>
            <a:off x="521207" y="832104"/>
            <a:ext cx="11064240" cy="1170432"/>
          </a:xfrm>
          <a:prstGeom prst="rect">
            <a:avLst/>
          </a:prstGeom>
          <a:noFill/>
        </p:spPr>
        <p:txBody>
          <a:bodyPr wrap="square" lIns="0" rIns="0" tIns="0" bIns="0">
            <a:spAutoFit/>
          </a:bodyPr>
          <a:lstStyle/>
          <a:p>
            <a:pPr algn="l">
              <a:lnSpc>
                <a:spcPct val="109000"/>
              </a:lnSpc>
              <a:spcBef>
                <a:spcPts val="0"/>
              </a:spcBef>
              <a:spcAft>
                <a:spcPts val="400"/>
              </a:spcAft>
            </a:pPr>
            <a:r>
              <a:rPr sz="3200" b="1">
                <a:solidFill>
                  <a:srgbClr val="182236"/>
                </a:solidFill>
                <a:latin typeface="Arial"/>
                <a:ea typeface="Apple SD Gothic Neo"/>
              </a:rPr>
              <a:t>고객은 요청을 다시 보냈을 뿐입니다.</a:t>
            </a:r>
          </a:p>
        </p:txBody>
      </p:sp>
      <p:sp>
        <p:nvSpPr>
          <p:cNvPr id="4" name="TextBox 3"/>
          <p:cNvSpPr txBox="1"/>
          <p:nvPr/>
        </p:nvSpPr>
        <p:spPr>
          <a:xfrm>
            <a:off x="539496" y="1865376"/>
            <a:ext cx="10972800" cy="411480"/>
          </a:xfrm>
          <a:prstGeom prst="rect">
            <a:avLst/>
          </a:prstGeom>
          <a:noFill/>
        </p:spPr>
        <p:txBody>
          <a:bodyPr wrap="square" lIns="0" rIns="0" tIns="0" bIns="0">
            <a:spAutoFit/>
          </a:bodyPr>
          <a:lstStyle/>
          <a:p>
            <a:pPr algn="l">
              <a:lnSpc>
                <a:spcPct val="116000"/>
              </a:lnSpc>
              <a:spcBef>
                <a:spcPts val="0"/>
              </a:spcBef>
              <a:spcAft>
                <a:spcPts val="400"/>
              </a:spcAft>
            </a:pPr>
            <a:r>
              <a:rPr sz="1600" b="0">
                <a:solidFill>
                  <a:srgbClr val="78859A"/>
                </a:solidFill>
                <a:latin typeface="Arial"/>
                <a:ea typeface="Apple SD Gothic Neo"/>
              </a:rPr>
              <a:t>시스템이 이를 새 주문으로 받아들이면, 고객 경험과 운영 부담이 함께 흔들립니다.</a:t>
            </a:r>
          </a:p>
        </p:txBody>
      </p:sp>
      <p:cxnSp>
        <p:nvCxnSpPr>
          <p:cNvPr id="5" name="Connector 4"/>
          <p:cNvCxnSpPr/>
          <p:nvPr/>
        </p:nvCxnSpPr>
        <p:spPr>
          <a:xfrm>
            <a:off x="521207" y="6446520"/>
            <a:ext cx="11128249" cy="0"/>
          </a:xfrm>
          <a:prstGeom prst="line">
            <a:avLst/>
          </a:prstGeom>
          <a:ln w="8890">
            <a:solidFill>
              <a:srgbClr val="DCE2EC"/>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39496" y="6547104"/>
            <a:ext cx="8778240" cy="173736"/>
          </a:xfrm>
          <a:prstGeom prst="rect">
            <a:avLst/>
          </a:prstGeom>
          <a:noFill/>
        </p:spPr>
        <p:txBody>
          <a:bodyPr wrap="square" lIns="0" rIns="0" tIns="0" bIns="0">
            <a:spAutoFit/>
          </a:bodyPr>
          <a:lstStyle/>
          <a:p>
            <a:pPr algn="l">
              <a:lnSpc>
                <a:spcPct val="116000"/>
              </a:lnSpc>
              <a:spcBef>
                <a:spcPts val="0"/>
              </a:spcBef>
              <a:spcAft>
                <a:spcPts val="200"/>
              </a:spcAft>
            </a:pPr>
            <a:r>
              <a:rPr sz="850" b="0">
                <a:solidFill>
                  <a:srgbClr val="78859A"/>
                </a:solidFill>
                <a:latin typeface="Arial"/>
                <a:ea typeface="Apple SD Gothic Neo"/>
              </a:rPr>
              <a:t>GitHub Copilot  /  Agentic Development in Action</a:t>
            </a:r>
          </a:p>
        </p:txBody>
      </p:sp>
      <p:sp>
        <p:nvSpPr>
          <p:cNvPr id="7" name="TextBox 6"/>
          <p:cNvSpPr txBox="1"/>
          <p:nvPr/>
        </p:nvSpPr>
        <p:spPr>
          <a:xfrm>
            <a:off x="11064240" y="6510528"/>
            <a:ext cx="576072" cy="246888"/>
          </a:xfrm>
          <a:prstGeom prst="rect">
            <a:avLst/>
          </a:prstGeom>
          <a:noFill/>
        </p:spPr>
        <p:txBody>
          <a:bodyPr wrap="square" lIns="0" rIns="0" tIns="0" bIns="0">
            <a:spAutoFit/>
          </a:bodyPr>
          <a:lstStyle/>
          <a:p>
            <a:pPr algn="r">
              <a:lnSpc>
                <a:spcPct val="116000"/>
              </a:lnSpc>
              <a:spcBef>
                <a:spcPts val="0"/>
              </a:spcBef>
              <a:spcAft>
                <a:spcPts val="200"/>
              </a:spcAft>
            </a:pPr>
            <a:r>
              <a:rPr sz="1100" b="0">
                <a:solidFill>
                  <a:srgbClr val="78859A"/>
                </a:solidFill>
                <a:latin typeface="Arial"/>
                <a:ea typeface="Apple SD Gothic Neo"/>
              </a:rPr>
              <a:t>02</a:t>
            </a:r>
          </a:p>
        </p:txBody>
      </p:sp>
      <p:sp>
        <p:nvSpPr>
          <p:cNvPr id="8" name="Rounded Rectangle 7"/>
          <p:cNvSpPr/>
          <p:nvPr/>
        </p:nvSpPr>
        <p:spPr>
          <a:xfrm>
            <a:off x="548640" y="2496312"/>
            <a:ext cx="3767328" cy="3291840"/>
          </a:xfrm>
          <a:prstGeom prst="roundRect">
            <a:avLst>
              <a:gd name="adj" fmla="val 12000"/>
            </a:avLst>
          </a:prstGeom>
          <a:solidFill>
            <a:srgbClr val="FFFFFF"/>
          </a:solidFill>
          <a:ln w="10160">
            <a:solidFill>
              <a:srgbClr val="DCE2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ounded Rectangle 8"/>
          <p:cNvSpPr/>
          <p:nvPr/>
        </p:nvSpPr>
        <p:spPr>
          <a:xfrm>
            <a:off x="795528" y="2752344"/>
            <a:ext cx="1545336" cy="301752"/>
          </a:xfrm>
          <a:prstGeom prst="roundRect">
            <a:avLst>
              <a:gd name="adj" fmla="val 12000"/>
            </a:avLst>
          </a:prstGeom>
          <a:solidFill>
            <a:srgbClr val="EEE7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68680" y="2793491"/>
            <a:ext cx="1399032" cy="228600"/>
          </a:xfrm>
          <a:prstGeom prst="rect">
            <a:avLst/>
          </a:prstGeom>
          <a:noFill/>
        </p:spPr>
        <p:txBody>
          <a:bodyPr wrap="square" lIns="0" rIns="0" tIns="0" bIns="0">
            <a:spAutoFit/>
          </a:bodyPr>
          <a:lstStyle/>
          <a:p>
            <a:pPr algn="ctr">
              <a:lnSpc>
                <a:spcPct val="116000"/>
              </a:lnSpc>
              <a:spcBef>
                <a:spcPts val="0"/>
              </a:spcBef>
              <a:spcAft>
                <a:spcPts val="200"/>
              </a:spcAft>
            </a:pPr>
            <a:r>
              <a:rPr sz="1000" b="1">
                <a:solidFill>
                  <a:srgbClr val="A783D7"/>
                </a:solidFill>
                <a:latin typeface="Arial"/>
                <a:ea typeface="Apple SD Gothic Neo"/>
              </a:rPr>
              <a:t>합성 고객 문의</a:t>
            </a:r>
          </a:p>
        </p:txBody>
      </p:sp>
      <p:sp>
        <p:nvSpPr>
          <p:cNvPr id="11" name="TextBox 10"/>
          <p:cNvSpPr txBox="1"/>
          <p:nvPr/>
        </p:nvSpPr>
        <p:spPr>
          <a:xfrm>
            <a:off x="822960" y="3392424"/>
            <a:ext cx="3191256" cy="1673352"/>
          </a:xfrm>
          <a:prstGeom prst="rect">
            <a:avLst/>
          </a:prstGeom>
          <a:noFill/>
        </p:spPr>
        <p:txBody>
          <a:bodyPr wrap="square" lIns="0" rIns="0" tIns="0" bIns="0">
            <a:spAutoFit/>
          </a:bodyPr>
          <a:lstStyle/>
          <a:p>
            <a:pPr algn="l">
              <a:lnSpc>
                <a:spcPct val="116000"/>
              </a:lnSpc>
              <a:spcBef>
                <a:spcPts val="0"/>
              </a:spcBef>
              <a:spcAft>
                <a:spcPts val="400"/>
              </a:spcAft>
            </a:pPr>
            <a:r>
              <a:rPr sz="2400" b="1">
                <a:solidFill>
                  <a:srgbClr val="182236"/>
                </a:solidFill>
                <a:latin typeface="Arial"/>
                <a:ea typeface="Apple SD Gothic Neo"/>
              </a:rPr>
              <a:t>“화면이 멈춰서</a:t>
            </a:r>
          </a:p>
          <a:p>
            <a:pPr algn="l">
              <a:lnSpc>
                <a:spcPct val="116000"/>
              </a:lnSpc>
              <a:spcBef>
                <a:spcPts val="0"/>
              </a:spcBef>
              <a:spcAft>
                <a:spcPts val="400"/>
              </a:spcAft>
            </a:pPr>
            <a:r>
              <a:rPr sz="2400" b="1">
                <a:solidFill>
                  <a:srgbClr val="182236"/>
                </a:solidFill>
                <a:latin typeface="Arial"/>
                <a:ea typeface="Apple SD Gothic Neo"/>
              </a:rPr>
              <a:t>한 번 더 눌렀더니,</a:t>
            </a:r>
          </a:p>
          <a:p>
            <a:pPr algn="l">
              <a:lnSpc>
                <a:spcPct val="116000"/>
              </a:lnSpc>
              <a:spcBef>
                <a:spcPts val="0"/>
              </a:spcBef>
              <a:spcAft>
                <a:spcPts val="400"/>
              </a:spcAft>
            </a:pPr>
            <a:r>
              <a:rPr sz="2400" b="1">
                <a:solidFill>
                  <a:srgbClr val="182236"/>
                </a:solidFill>
                <a:latin typeface="Arial"/>
                <a:ea typeface="Apple SD Gothic Neo"/>
              </a:rPr>
              <a:t>주문이 두 건 생겼어요.”</a:t>
            </a:r>
          </a:p>
        </p:txBody>
      </p:sp>
      <p:sp>
        <p:nvSpPr>
          <p:cNvPr id="12" name="TextBox 11"/>
          <p:cNvSpPr txBox="1"/>
          <p:nvPr/>
        </p:nvSpPr>
        <p:spPr>
          <a:xfrm>
            <a:off x="822960" y="5340096"/>
            <a:ext cx="3191256" cy="320040"/>
          </a:xfrm>
          <a:prstGeom prst="rect">
            <a:avLst/>
          </a:prstGeom>
          <a:noFill/>
        </p:spPr>
        <p:txBody>
          <a:bodyPr wrap="square" lIns="0" rIns="0" tIns="0" bIns="0">
            <a:spAutoFit/>
          </a:bodyPr>
          <a:lstStyle/>
          <a:p>
            <a:pPr algn="l">
              <a:lnSpc>
                <a:spcPct val="116000"/>
              </a:lnSpc>
              <a:spcBef>
                <a:spcPts val="0"/>
              </a:spcBef>
              <a:spcAft>
                <a:spcPts val="200"/>
              </a:spcAft>
            </a:pPr>
            <a:r>
              <a:rPr sz="1200" b="0">
                <a:solidFill>
                  <a:srgbClr val="78859A"/>
                </a:solidFill>
                <a:latin typeface="Arial"/>
                <a:ea typeface="Apple SD Gothic Neo"/>
              </a:rPr>
              <a:t>실제 고객사 장애 사례가 아닙니다.</a:t>
            </a:r>
          </a:p>
        </p:txBody>
      </p:sp>
      <p:sp>
        <p:nvSpPr>
          <p:cNvPr id="13" name="Rounded Rectangle 12"/>
          <p:cNvSpPr/>
          <p:nvPr/>
        </p:nvSpPr>
        <p:spPr>
          <a:xfrm>
            <a:off x="4622292" y="2354580"/>
            <a:ext cx="7013448" cy="3666744"/>
          </a:xfrm>
          <a:prstGeom prst="roundRect">
            <a:avLst>
              <a:gd name="adj" fmla="val 12000"/>
            </a:avLst>
          </a:prstGeom>
          <a:solidFill>
            <a:srgbClr val="FFFFFF"/>
          </a:solidFill>
          <a:ln w="10160">
            <a:solidFill>
              <a:srgbClr val="DCE2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4" name="Picture 13" descr="before-result.png"/>
          <p:cNvPicPr>
            <a:picLocks noChangeAspect="1"/>
          </p:cNvPicPr>
          <p:nvPr/>
        </p:nvPicPr>
        <p:blipFill>
          <a:blip r:embed="rId2"/>
          <a:srcRect t="16828" b="16828"/>
          <a:stretch>
            <a:fillRect/>
          </a:stretch>
        </p:blipFill>
        <p:spPr>
          <a:xfrm>
            <a:off x="4645152" y="2377440"/>
            <a:ext cx="6967728" cy="3621024"/>
          </a:xfrm>
          <a:prstGeom prst="rect">
            <a:avLst/>
          </a:prstGeom>
        </p:spPr>
      </p:pic>
      <p:sp>
        <p:nvSpPr>
          <p:cNvPr id="15" name="Rounded Rectangle 14"/>
          <p:cNvSpPr/>
          <p:nvPr/>
        </p:nvSpPr>
        <p:spPr>
          <a:xfrm>
            <a:off x="8421624" y="6071616"/>
            <a:ext cx="3154680" cy="301752"/>
          </a:xfrm>
          <a:prstGeom prst="roundRect">
            <a:avLst>
              <a:gd name="adj" fmla="val 12000"/>
            </a:avLst>
          </a:prstGeom>
          <a:solidFill>
            <a:srgbClr val="EEE7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494776" y="6112764"/>
            <a:ext cx="3008376" cy="228600"/>
          </a:xfrm>
          <a:prstGeom prst="rect">
            <a:avLst/>
          </a:prstGeom>
          <a:noFill/>
        </p:spPr>
        <p:txBody>
          <a:bodyPr wrap="square" lIns="0" rIns="0" tIns="0" bIns="0">
            <a:spAutoFit/>
          </a:bodyPr>
          <a:lstStyle/>
          <a:p>
            <a:pPr algn="ctr">
              <a:lnSpc>
                <a:spcPct val="116000"/>
              </a:lnSpc>
              <a:spcBef>
                <a:spcPts val="0"/>
              </a:spcBef>
              <a:spcAft>
                <a:spcPts val="200"/>
              </a:spcAft>
            </a:pPr>
            <a:r>
              <a:rPr sz="1000" b="1">
                <a:solidFill>
                  <a:srgbClr val="D36C78"/>
                </a:solidFill>
                <a:latin typeface="Arial"/>
                <a:ea typeface="Apple SD Gothic Neo"/>
              </a:rPr>
              <a:t>변경 전 실제 리허설 화면</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727"/>
        </a:solidFill>
        <a:effectLst/>
      </p:bgPr>
    </p:bg>
    <p:spTree>
      <p:nvGrpSpPr>
        <p:cNvPr id="1" name=""/>
        <p:cNvGrpSpPr/>
        <p:nvPr/>
      </p:nvGrpSpPr>
      <p:grpSpPr/>
      <p:sp>
        <p:nvSpPr>
          <p:cNvPr id="2" name="TextBox 1"/>
          <p:cNvSpPr txBox="1"/>
          <p:nvPr/>
        </p:nvSpPr>
        <p:spPr>
          <a:xfrm>
            <a:off x="521207" y="310896"/>
            <a:ext cx="10698480" cy="256032"/>
          </a:xfrm>
          <a:prstGeom prst="rect">
            <a:avLst/>
          </a:prstGeom>
          <a:noFill/>
        </p:spPr>
        <p:txBody>
          <a:bodyPr wrap="square" lIns="0" rIns="0" tIns="0" bIns="0">
            <a:spAutoFit/>
          </a:bodyPr>
          <a:lstStyle/>
          <a:p>
            <a:pPr algn="l">
              <a:lnSpc>
                <a:spcPct val="116000"/>
              </a:lnSpc>
              <a:spcBef>
                <a:spcPts val="0"/>
              </a:spcBef>
              <a:spcAft>
                <a:spcPts val="200"/>
              </a:spcAft>
            </a:pPr>
            <a:r>
              <a:rPr sz="1000" b="1">
                <a:solidFill>
                  <a:srgbClr val="D6C1F0"/>
                </a:solidFill>
                <a:latin typeface="Arial"/>
                <a:ea typeface="Apple SD Gothic Neo"/>
              </a:rPr>
              <a:t>02  /  THE PROBLEM TO SOLVE</a:t>
            </a:r>
          </a:p>
        </p:txBody>
      </p:sp>
      <p:sp>
        <p:nvSpPr>
          <p:cNvPr id="3" name="TextBox 2"/>
          <p:cNvSpPr txBox="1"/>
          <p:nvPr/>
        </p:nvSpPr>
        <p:spPr>
          <a:xfrm>
            <a:off x="521207" y="832104"/>
            <a:ext cx="11064240" cy="1170432"/>
          </a:xfrm>
          <a:prstGeom prst="rect">
            <a:avLst/>
          </a:prstGeom>
          <a:noFill/>
        </p:spPr>
        <p:txBody>
          <a:bodyPr wrap="square" lIns="0" rIns="0" tIns="0" bIns="0">
            <a:spAutoFit/>
          </a:bodyPr>
          <a:lstStyle/>
          <a:p>
            <a:pPr algn="l">
              <a:lnSpc>
                <a:spcPct val="109000"/>
              </a:lnSpc>
              <a:spcBef>
                <a:spcPts val="0"/>
              </a:spcBef>
              <a:spcAft>
                <a:spcPts val="400"/>
              </a:spcAft>
            </a:pPr>
            <a:r>
              <a:rPr sz="3200" b="1">
                <a:solidFill>
                  <a:srgbClr val="FFFFFF"/>
                </a:solidFill>
                <a:latin typeface="Arial"/>
                <a:ea typeface="Apple SD Gothic Neo"/>
              </a:rPr>
              <a:t>코드가 생겨도,</a:t>
            </a:r>
          </a:p>
          <a:p>
            <a:pPr algn="l">
              <a:lnSpc>
                <a:spcPct val="109000"/>
              </a:lnSpc>
              <a:spcBef>
                <a:spcPts val="0"/>
              </a:spcBef>
              <a:spcAft>
                <a:spcPts val="400"/>
              </a:spcAft>
            </a:pPr>
            <a:r>
              <a:rPr sz="3200" b="1">
                <a:solidFill>
                  <a:srgbClr val="FFFFFF"/>
                </a:solidFill>
                <a:latin typeface="Arial"/>
                <a:ea typeface="Apple SD Gothic Neo"/>
              </a:rPr>
              <a:t>출시할 근거는 저절로 생기지 않습니다.</a:t>
            </a:r>
          </a:p>
        </p:txBody>
      </p:sp>
      <p:cxnSp>
        <p:nvCxnSpPr>
          <p:cNvPr id="4" name="Connector 3"/>
          <p:cNvCxnSpPr/>
          <p:nvPr/>
        </p:nvCxnSpPr>
        <p:spPr>
          <a:xfrm>
            <a:off x="521207" y="6446520"/>
            <a:ext cx="11128249" cy="0"/>
          </a:xfrm>
          <a:prstGeom prst="line">
            <a:avLst/>
          </a:prstGeom>
          <a:ln w="8890">
            <a:solidFill>
              <a:srgbClr val="1A2439"/>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9496" y="6547104"/>
            <a:ext cx="8778240" cy="173736"/>
          </a:xfrm>
          <a:prstGeom prst="rect">
            <a:avLst/>
          </a:prstGeom>
          <a:noFill/>
        </p:spPr>
        <p:txBody>
          <a:bodyPr wrap="square" lIns="0" rIns="0" tIns="0" bIns="0">
            <a:spAutoFit/>
          </a:bodyPr>
          <a:lstStyle/>
          <a:p>
            <a:pPr algn="l">
              <a:lnSpc>
                <a:spcPct val="116000"/>
              </a:lnSpc>
              <a:spcBef>
                <a:spcPts val="0"/>
              </a:spcBef>
              <a:spcAft>
                <a:spcPts val="200"/>
              </a:spcAft>
            </a:pPr>
            <a:r>
              <a:rPr sz="850" b="0">
                <a:solidFill>
                  <a:srgbClr val="78859A"/>
                </a:solidFill>
                <a:latin typeface="Arial"/>
                <a:ea typeface="Apple SD Gothic Neo"/>
              </a:rPr>
              <a:t>GitHub Copilot  /  Agentic Development in Action</a:t>
            </a:r>
          </a:p>
        </p:txBody>
      </p:sp>
      <p:sp>
        <p:nvSpPr>
          <p:cNvPr id="6" name="TextBox 5"/>
          <p:cNvSpPr txBox="1"/>
          <p:nvPr/>
        </p:nvSpPr>
        <p:spPr>
          <a:xfrm>
            <a:off x="11064240" y="6510528"/>
            <a:ext cx="576072" cy="246888"/>
          </a:xfrm>
          <a:prstGeom prst="rect">
            <a:avLst/>
          </a:prstGeom>
          <a:noFill/>
        </p:spPr>
        <p:txBody>
          <a:bodyPr wrap="square" lIns="0" rIns="0" tIns="0" bIns="0">
            <a:spAutoFit/>
          </a:bodyPr>
          <a:lstStyle/>
          <a:p>
            <a:pPr algn="r">
              <a:lnSpc>
                <a:spcPct val="116000"/>
              </a:lnSpc>
              <a:spcBef>
                <a:spcPts val="0"/>
              </a:spcBef>
              <a:spcAft>
                <a:spcPts val="200"/>
              </a:spcAft>
            </a:pPr>
            <a:r>
              <a:rPr sz="1100" b="0">
                <a:solidFill>
                  <a:srgbClr val="B1BED3"/>
                </a:solidFill>
                <a:latin typeface="Arial"/>
                <a:ea typeface="Apple SD Gothic Neo"/>
              </a:rPr>
              <a:t>03</a:t>
            </a:r>
          </a:p>
        </p:txBody>
      </p:sp>
      <p:sp>
        <p:nvSpPr>
          <p:cNvPr id="7" name="Rounded Rectangle 6"/>
          <p:cNvSpPr/>
          <p:nvPr/>
        </p:nvSpPr>
        <p:spPr>
          <a:xfrm>
            <a:off x="548640" y="2487168"/>
            <a:ext cx="2660904" cy="2880360"/>
          </a:xfrm>
          <a:prstGeom prst="roundRect">
            <a:avLst>
              <a:gd name="adj" fmla="val 12000"/>
            </a:avLst>
          </a:prstGeom>
          <a:solidFill>
            <a:srgbClr val="1A243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749808" y="2743200"/>
            <a:ext cx="749808" cy="301752"/>
          </a:xfrm>
          <a:prstGeom prst="roundRect">
            <a:avLst>
              <a:gd name="adj" fmla="val 12000"/>
            </a:avLst>
          </a:prstGeom>
          <a:solidFill>
            <a:srgbClr val="1A243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22959" y="2784348"/>
            <a:ext cx="603503" cy="228600"/>
          </a:xfrm>
          <a:prstGeom prst="rect">
            <a:avLst/>
          </a:prstGeom>
          <a:noFill/>
        </p:spPr>
        <p:txBody>
          <a:bodyPr wrap="square" lIns="0" rIns="0" tIns="0" bIns="0">
            <a:spAutoFit/>
          </a:bodyPr>
          <a:lstStyle/>
          <a:p>
            <a:pPr algn="ctr">
              <a:lnSpc>
                <a:spcPct val="116000"/>
              </a:lnSpc>
              <a:spcBef>
                <a:spcPts val="0"/>
              </a:spcBef>
              <a:spcAft>
                <a:spcPts val="200"/>
              </a:spcAft>
            </a:pPr>
            <a:r>
              <a:rPr sz="1000" b="1">
                <a:solidFill>
                  <a:srgbClr val="D6C1F0"/>
                </a:solidFill>
                <a:latin typeface="Arial"/>
                <a:ea typeface="Apple SD Gothic Neo"/>
              </a:rPr>
              <a:t>요청</a:t>
            </a:r>
          </a:p>
        </p:txBody>
      </p:sp>
      <p:sp>
        <p:nvSpPr>
          <p:cNvPr id="10" name="TextBox 9"/>
          <p:cNvSpPr txBox="1"/>
          <p:nvPr/>
        </p:nvSpPr>
        <p:spPr>
          <a:xfrm>
            <a:off x="749808" y="3310128"/>
            <a:ext cx="2267712" cy="768096"/>
          </a:xfrm>
          <a:prstGeom prst="rect">
            <a:avLst/>
          </a:prstGeom>
          <a:noFill/>
        </p:spPr>
        <p:txBody>
          <a:bodyPr wrap="square" lIns="0" rIns="0" tIns="0" bIns="0">
            <a:spAutoFit/>
          </a:bodyPr>
          <a:lstStyle/>
          <a:p>
            <a:pPr algn="l">
              <a:lnSpc>
                <a:spcPct val="116000"/>
              </a:lnSpc>
              <a:spcBef>
                <a:spcPts val="0"/>
              </a:spcBef>
              <a:spcAft>
                <a:spcPts val="400"/>
              </a:spcAft>
            </a:pPr>
            <a:r>
              <a:rPr sz="2000" b="1">
                <a:solidFill>
                  <a:srgbClr val="FFFFFF"/>
                </a:solidFill>
                <a:latin typeface="Arial"/>
                <a:ea typeface="Apple SD Gothic Neo"/>
              </a:rPr>
              <a:t>무엇이 맞는 결과인가</a:t>
            </a:r>
          </a:p>
        </p:txBody>
      </p:sp>
      <p:sp>
        <p:nvSpPr>
          <p:cNvPr id="11" name="TextBox 10"/>
          <p:cNvSpPr txBox="1"/>
          <p:nvPr/>
        </p:nvSpPr>
        <p:spPr>
          <a:xfrm>
            <a:off x="749808" y="4224528"/>
            <a:ext cx="2267712" cy="832104"/>
          </a:xfrm>
          <a:prstGeom prst="rect">
            <a:avLst/>
          </a:prstGeom>
          <a:noFill/>
        </p:spPr>
        <p:txBody>
          <a:bodyPr wrap="square" lIns="0" rIns="0" tIns="0" bIns="0">
            <a:spAutoFit/>
          </a:bodyPr>
          <a:lstStyle/>
          <a:p>
            <a:pPr algn="l">
              <a:lnSpc>
                <a:spcPct val="116000"/>
              </a:lnSpc>
              <a:spcBef>
                <a:spcPts val="0"/>
              </a:spcBef>
              <a:spcAft>
                <a:spcPts val="200"/>
              </a:spcAft>
            </a:pPr>
            <a:r>
              <a:rPr sz="1500" b="0">
                <a:solidFill>
                  <a:srgbClr val="B1BED3"/>
                </a:solidFill>
                <a:latin typeface="Arial"/>
                <a:ea typeface="Apple SD Gothic Neo"/>
              </a:rPr>
              <a:t>완료 기준을</a:t>
            </a:r>
          </a:p>
          <a:p>
            <a:pPr algn="l">
              <a:lnSpc>
                <a:spcPct val="116000"/>
              </a:lnSpc>
              <a:spcBef>
                <a:spcPts val="0"/>
              </a:spcBef>
              <a:spcAft>
                <a:spcPts val="200"/>
              </a:spcAft>
            </a:pPr>
            <a:r>
              <a:rPr sz="1500" b="0">
                <a:solidFill>
                  <a:srgbClr val="B1BED3"/>
                </a:solidFill>
                <a:latin typeface="Arial"/>
                <a:ea typeface="Apple SD Gothic Neo"/>
              </a:rPr>
              <a:t>먼저 정합니다.</a:t>
            </a:r>
          </a:p>
        </p:txBody>
      </p:sp>
      <p:sp>
        <p:nvSpPr>
          <p:cNvPr id="12" name="Rounded Rectangle 11"/>
          <p:cNvSpPr/>
          <p:nvPr/>
        </p:nvSpPr>
        <p:spPr>
          <a:xfrm>
            <a:off x="3392424" y="2487168"/>
            <a:ext cx="2660904" cy="2880360"/>
          </a:xfrm>
          <a:prstGeom prst="roundRect">
            <a:avLst>
              <a:gd name="adj" fmla="val 12000"/>
            </a:avLst>
          </a:prstGeom>
          <a:solidFill>
            <a:srgbClr val="1A243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ounded Rectangle 12"/>
          <p:cNvSpPr/>
          <p:nvPr/>
        </p:nvSpPr>
        <p:spPr>
          <a:xfrm>
            <a:off x="3593592" y="2743200"/>
            <a:ext cx="749808" cy="301752"/>
          </a:xfrm>
          <a:prstGeom prst="roundRect">
            <a:avLst>
              <a:gd name="adj" fmla="val 12000"/>
            </a:avLst>
          </a:prstGeom>
          <a:solidFill>
            <a:srgbClr val="1A243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3666744" y="2784348"/>
            <a:ext cx="603503" cy="228600"/>
          </a:xfrm>
          <a:prstGeom prst="rect">
            <a:avLst/>
          </a:prstGeom>
          <a:noFill/>
        </p:spPr>
        <p:txBody>
          <a:bodyPr wrap="square" lIns="0" rIns="0" tIns="0" bIns="0">
            <a:spAutoFit/>
          </a:bodyPr>
          <a:lstStyle/>
          <a:p>
            <a:pPr algn="ctr">
              <a:lnSpc>
                <a:spcPct val="116000"/>
              </a:lnSpc>
              <a:spcBef>
                <a:spcPts val="0"/>
              </a:spcBef>
              <a:spcAft>
                <a:spcPts val="200"/>
              </a:spcAft>
            </a:pPr>
            <a:r>
              <a:rPr sz="1000" b="1">
                <a:solidFill>
                  <a:srgbClr val="D6C1F0"/>
                </a:solidFill>
                <a:latin typeface="Arial"/>
                <a:ea typeface="Apple SD Gothic Neo"/>
              </a:rPr>
              <a:t>구현</a:t>
            </a:r>
          </a:p>
        </p:txBody>
      </p:sp>
      <p:sp>
        <p:nvSpPr>
          <p:cNvPr id="15" name="TextBox 14"/>
          <p:cNvSpPr txBox="1"/>
          <p:nvPr/>
        </p:nvSpPr>
        <p:spPr>
          <a:xfrm>
            <a:off x="3593592" y="3310128"/>
            <a:ext cx="2267712" cy="768096"/>
          </a:xfrm>
          <a:prstGeom prst="rect">
            <a:avLst/>
          </a:prstGeom>
          <a:noFill/>
        </p:spPr>
        <p:txBody>
          <a:bodyPr wrap="square" lIns="0" rIns="0" tIns="0" bIns="0">
            <a:spAutoFit/>
          </a:bodyPr>
          <a:lstStyle/>
          <a:p>
            <a:pPr algn="l">
              <a:lnSpc>
                <a:spcPct val="116000"/>
              </a:lnSpc>
              <a:spcBef>
                <a:spcPts val="0"/>
              </a:spcBef>
              <a:spcAft>
                <a:spcPts val="400"/>
              </a:spcAft>
            </a:pPr>
            <a:r>
              <a:rPr sz="2000" b="1">
                <a:solidFill>
                  <a:srgbClr val="FFFFFF"/>
                </a:solidFill>
                <a:latin typeface="Arial"/>
                <a:ea typeface="Apple SD Gothic Neo"/>
              </a:rPr>
              <a:t>어디까지 바꿔도 되는가</a:t>
            </a:r>
          </a:p>
        </p:txBody>
      </p:sp>
      <p:sp>
        <p:nvSpPr>
          <p:cNvPr id="16" name="TextBox 15"/>
          <p:cNvSpPr txBox="1"/>
          <p:nvPr/>
        </p:nvSpPr>
        <p:spPr>
          <a:xfrm>
            <a:off x="3593592" y="4224528"/>
            <a:ext cx="2267712" cy="832104"/>
          </a:xfrm>
          <a:prstGeom prst="rect">
            <a:avLst/>
          </a:prstGeom>
          <a:noFill/>
        </p:spPr>
        <p:txBody>
          <a:bodyPr wrap="square" lIns="0" rIns="0" tIns="0" bIns="0">
            <a:spAutoFit/>
          </a:bodyPr>
          <a:lstStyle/>
          <a:p>
            <a:pPr algn="l">
              <a:lnSpc>
                <a:spcPct val="116000"/>
              </a:lnSpc>
              <a:spcBef>
                <a:spcPts val="0"/>
              </a:spcBef>
              <a:spcAft>
                <a:spcPts val="200"/>
              </a:spcAft>
            </a:pPr>
            <a:r>
              <a:rPr sz="1500" b="0">
                <a:solidFill>
                  <a:srgbClr val="B1BED3"/>
                </a:solidFill>
                <a:latin typeface="Arial"/>
                <a:ea typeface="Apple SD Gothic Neo"/>
              </a:rPr>
              <a:t>허용 범위와</a:t>
            </a:r>
          </a:p>
          <a:p>
            <a:pPr algn="l">
              <a:lnSpc>
                <a:spcPct val="116000"/>
              </a:lnSpc>
              <a:spcBef>
                <a:spcPts val="0"/>
              </a:spcBef>
              <a:spcAft>
                <a:spcPts val="200"/>
              </a:spcAft>
            </a:pPr>
            <a:r>
              <a:rPr sz="1500" b="0">
                <a:solidFill>
                  <a:srgbClr val="B1BED3"/>
                </a:solidFill>
                <a:latin typeface="Arial"/>
                <a:ea typeface="Apple SD Gothic Neo"/>
              </a:rPr>
              <a:t>금지 영역을 정합니다.</a:t>
            </a:r>
          </a:p>
        </p:txBody>
      </p:sp>
      <p:sp>
        <p:nvSpPr>
          <p:cNvPr id="17" name="Rounded Rectangle 16"/>
          <p:cNvSpPr/>
          <p:nvPr/>
        </p:nvSpPr>
        <p:spPr>
          <a:xfrm>
            <a:off x="6236207" y="2487168"/>
            <a:ext cx="2660904" cy="2880360"/>
          </a:xfrm>
          <a:prstGeom prst="roundRect">
            <a:avLst>
              <a:gd name="adj" fmla="val 12000"/>
            </a:avLst>
          </a:prstGeom>
          <a:solidFill>
            <a:srgbClr val="1A243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6437375" y="2743200"/>
            <a:ext cx="749808" cy="301752"/>
          </a:xfrm>
          <a:prstGeom prst="roundRect">
            <a:avLst>
              <a:gd name="adj" fmla="val 12000"/>
            </a:avLst>
          </a:prstGeom>
          <a:solidFill>
            <a:srgbClr val="1A243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510527" y="2784348"/>
            <a:ext cx="603503" cy="228600"/>
          </a:xfrm>
          <a:prstGeom prst="rect">
            <a:avLst/>
          </a:prstGeom>
          <a:noFill/>
        </p:spPr>
        <p:txBody>
          <a:bodyPr wrap="square" lIns="0" rIns="0" tIns="0" bIns="0">
            <a:spAutoFit/>
          </a:bodyPr>
          <a:lstStyle/>
          <a:p>
            <a:pPr algn="ctr">
              <a:lnSpc>
                <a:spcPct val="116000"/>
              </a:lnSpc>
              <a:spcBef>
                <a:spcPts val="0"/>
              </a:spcBef>
              <a:spcAft>
                <a:spcPts val="200"/>
              </a:spcAft>
            </a:pPr>
            <a:r>
              <a:rPr sz="1000" b="1">
                <a:solidFill>
                  <a:srgbClr val="D6C1F0"/>
                </a:solidFill>
                <a:latin typeface="Arial"/>
                <a:ea typeface="Apple SD Gothic Neo"/>
              </a:rPr>
              <a:t>검증</a:t>
            </a:r>
          </a:p>
        </p:txBody>
      </p:sp>
      <p:sp>
        <p:nvSpPr>
          <p:cNvPr id="20" name="TextBox 19"/>
          <p:cNvSpPr txBox="1"/>
          <p:nvPr/>
        </p:nvSpPr>
        <p:spPr>
          <a:xfrm>
            <a:off x="6437375" y="3310128"/>
            <a:ext cx="2267712" cy="768096"/>
          </a:xfrm>
          <a:prstGeom prst="rect">
            <a:avLst/>
          </a:prstGeom>
          <a:noFill/>
        </p:spPr>
        <p:txBody>
          <a:bodyPr wrap="square" lIns="0" rIns="0" tIns="0" bIns="0">
            <a:spAutoFit/>
          </a:bodyPr>
          <a:lstStyle/>
          <a:p>
            <a:pPr algn="l">
              <a:lnSpc>
                <a:spcPct val="116000"/>
              </a:lnSpc>
              <a:spcBef>
                <a:spcPts val="0"/>
              </a:spcBef>
              <a:spcAft>
                <a:spcPts val="400"/>
              </a:spcAft>
            </a:pPr>
            <a:r>
              <a:rPr sz="2000" b="1">
                <a:solidFill>
                  <a:srgbClr val="FFFFFF"/>
                </a:solidFill>
                <a:latin typeface="Arial"/>
                <a:ea typeface="Apple SD Gothic Neo"/>
              </a:rPr>
              <a:t>정말 문제를 해결했는가</a:t>
            </a:r>
          </a:p>
        </p:txBody>
      </p:sp>
      <p:sp>
        <p:nvSpPr>
          <p:cNvPr id="21" name="TextBox 20"/>
          <p:cNvSpPr txBox="1"/>
          <p:nvPr/>
        </p:nvSpPr>
        <p:spPr>
          <a:xfrm>
            <a:off x="6437375" y="4224528"/>
            <a:ext cx="2267712" cy="832104"/>
          </a:xfrm>
          <a:prstGeom prst="rect">
            <a:avLst/>
          </a:prstGeom>
          <a:noFill/>
        </p:spPr>
        <p:txBody>
          <a:bodyPr wrap="square" lIns="0" rIns="0" tIns="0" bIns="0">
            <a:spAutoFit/>
          </a:bodyPr>
          <a:lstStyle/>
          <a:p>
            <a:pPr algn="l">
              <a:lnSpc>
                <a:spcPct val="116000"/>
              </a:lnSpc>
              <a:spcBef>
                <a:spcPts val="0"/>
              </a:spcBef>
              <a:spcAft>
                <a:spcPts val="200"/>
              </a:spcAft>
            </a:pPr>
            <a:r>
              <a:rPr sz="1500" b="0">
                <a:solidFill>
                  <a:srgbClr val="B1BED3"/>
                </a:solidFill>
                <a:latin typeface="Arial"/>
                <a:ea typeface="Apple SD Gothic Neo"/>
              </a:rPr>
              <a:t>문제를 재현하고</a:t>
            </a:r>
          </a:p>
          <a:p>
            <a:pPr algn="l">
              <a:lnSpc>
                <a:spcPct val="116000"/>
              </a:lnSpc>
              <a:spcBef>
                <a:spcPts val="0"/>
              </a:spcBef>
              <a:spcAft>
                <a:spcPts val="200"/>
              </a:spcAft>
            </a:pPr>
            <a:r>
              <a:rPr sz="1500" b="0">
                <a:solidFill>
                  <a:srgbClr val="B1BED3"/>
                </a:solidFill>
                <a:latin typeface="Arial"/>
                <a:ea typeface="Apple SD Gothic Neo"/>
              </a:rPr>
              <a:t>실제 결과를 남깁니다.</a:t>
            </a:r>
          </a:p>
        </p:txBody>
      </p:sp>
      <p:sp>
        <p:nvSpPr>
          <p:cNvPr id="22" name="Rounded Rectangle 21"/>
          <p:cNvSpPr/>
          <p:nvPr/>
        </p:nvSpPr>
        <p:spPr>
          <a:xfrm>
            <a:off x="9079992" y="2487168"/>
            <a:ext cx="2660904" cy="2880360"/>
          </a:xfrm>
          <a:prstGeom prst="roundRect">
            <a:avLst>
              <a:gd name="adj" fmla="val 12000"/>
            </a:avLst>
          </a:prstGeom>
          <a:solidFill>
            <a:srgbClr val="1A243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ounded Rectangle 22"/>
          <p:cNvSpPr/>
          <p:nvPr/>
        </p:nvSpPr>
        <p:spPr>
          <a:xfrm>
            <a:off x="9281160" y="2743200"/>
            <a:ext cx="749808" cy="301752"/>
          </a:xfrm>
          <a:prstGeom prst="roundRect">
            <a:avLst>
              <a:gd name="adj" fmla="val 12000"/>
            </a:avLst>
          </a:prstGeom>
          <a:solidFill>
            <a:srgbClr val="1A243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9354312" y="2784348"/>
            <a:ext cx="603503" cy="228600"/>
          </a:xfrm>
          <a:prstGeom prst="rect">
            <a:avLst/>
          </a:prstGeom>
          <a:noFill/>
        </p:spPr>
        <p:txBody>
          <a:bodyPr wrap="square" lIns="0" rIns="0" tIns="0" bIns="0">
            <a:spAutoFit/>
          </a:bodyPr>
          <a:lstStyle/>
          <a:p>
            <a:pPr algn="ctr">
              <a:lnSpc>
                <a:spcPct val="116000"/>
              </a:lnSpc>
              <a:spcBef>
                <a:spcPts val="0"/>
              </a:spcBef>
              <a:spcAft>
                <a:spcPts val="200"/>
              </a:spcAft>
            </a:pPr>
            <a:r>
              <a:rPr sz="1000" b="1">
                <a:solidFill>
                  <a:srgbClr val="D6C1F0"/>
                </a:solidFill>
                <a:latin typeface="Arial"/>
                <a:ea typeface="Apple SD Gothic Neo"/>
              </a:rPr>
              <a:t>검토</a:t>
            </a:r>
          </a:p>
        </p:txBody>
      </p:sp>
      <p:sp>
        <p:nvSpPr>
          <p:cNvPr id="25" name="TextBox 24"/>
          <p:cNvSpPr txBox="1"/>
          <p:nvPr/>
        </p:nvSpPr>
        <p:spPr>
          <a:xfrm>
            <a:off x="9281160" y="3310128"/>
            <a:ext cx="2267712" cy="768096"/>
          </a:xfrm>
          <a:prstGeom prst="rect">
            <a:avLst/>
          </a:prstGeom>
          <a:noFill/>
        </p:spPr>
        <p:txBody>
          <a:bodyPr wrap="square" lIns="0" rIns="0" tIns="0" bIns="0">
            <a:spAutoFit/>
          </a:bodyPr>
          <a:lstStyle/>
          <a:p>
            <a:pPr algn="l">
              <a:lnSpc>
                <a:spcPct val="116000"/>
              </a:lnSpc>
              <a:spcBef>
                <a:spcPts val="0"/>
              </a:spcBef>
              <a:spcAft>
                <a:spcPts val="400"/>
              </a:spcAft>
            </a:pPr>
            <a:r>
              <a:rPr sz="2000" b="1">
                <a:solidFill>
                  <a:srgbClr val="FFFFFF"/>
                </a:solidFill>
                <a:latin typeface="Arial"/>
                <a:ea typeface="Apple SD Gothic Neo"/>
              </a:rPr>
              <a:t>누가 내보내기로 하는가</a:t>
            </a:r>
          </a:p>
        </p:txBody>
      </p:sp>
      <p:sp>
        <p:nvSpPr>
          <p:cNvPr id="26" name="TextBox 25"/>
          <p:cNvSpPr txBox="1"/>
          <p:nvPr/>
        </p:nvSpPr>
        <p:spPr>
          <a:xfrm>
            <a:off x="9281160" y="4224528"/>
            <a:ext cx="2267712" cy="832104"/>
          </a:xfrm>
          <a:prstGeom prst="rect">
            <a:avLst/>
          </a:prstGeom>
          <a:noFill/>
        </p:spPr>
        <p:txBody>
          <a:bodyPr wrap="square" lIns="0" rIns="0" tIns="0" bIns="0">
            <a:spAutoFit/>
          </a:bodyPr>
          <a:lstStyle/>
          <a:p>
            <a:pPr algn="l">
              <a:lnSpc>
                <a:spcPct val="116000"/>
              </a:lnSpc>
              <a:spcBef>
                <a:spcPts val="0"/>
              </a:spcBef>
              <a:spcAft>
                <a:spcPts val="200"/>
              </a:spcAft>
            </a:pPr>
            <a:r>
              <a:rPr sz="1500" b="0">
                <a:solidFill>
                  <a:srgbClr val="B1BED3"/>
                </a:solidFill>
                <a:latin typeface="Arial"/>
                <a:ea typeface="Apple SD Gothic Neo"/>
              </a:rPr>
              <a:t>남은 위험을 확인하고</a:t>
            </a:r>
          </a:p>
          <a:p>
            <a:pPr algn="l">
              <a:lnSpc>
                <a:spcPct val="116000"/>
              </a:lnSpc>
              <a:spcBef>
                <a:spcPts val="0"/>
              </a:spcBef>
              <a:spcAft>
                <a:spcPts val="200"/>
              </a:spcAft>
            </a:pPr>
            <a:r>
              <a:rPr sz="1500" b="0">
                <a:solidFill>
                  <a:srgbClr val="B1BED3"/>
                </a:solidFill>
                <a:latin typeface="Arial"/>
                <a:ea typeface="Apple SD Gothic Neo"/>
              </a:rPr>
              <a:t>사람이 결정합니다.</a:t>
            </a:r>
          </a:p>
        </p:txBody>
      </p:sp>
      <p:sp>
        <p:nvSpPr>
          <p:cNvPr id="27" name="TextBox 26"/>
          <p:cNvSpPr txBox="1"/>
          <p:nvPr/>
        </p:nvSpPr>
        <p:spPr>
          <a:xfrm>
            <a:off x="585216" y="5788152"/>
            <a:ext cx="10972800" cy="420624"/>
          </a:xfrm>
          <a:prstGeom prst="rect">
            <a:avLst/>
          </a:prstGeom>
          <a:noFill/>
        </p:spPr>
        <p:txBody>
          <a:bodyPr wrap="square" lIns="0" rIns="0" tIns="0" bIns="0">
            <a:spAutoFit/>
          </a:bodyPr>
          <a:lstStyle/>
          <a:p>
            <a:pPr algn="l">
              <a:lnSpc>
                <a:spcPct val="116000"/>
              </a:lnSpc>
              <a:spcBef>
                <a:spcPts val="0"/>
              </a:spcBef>
              <a:spcAft>
                <a:spcPts val="400"/>
              </a:spcAft>
            </a:pPr>
            <a:r>
              <a:rPr sz="2300" b="1">
                <a:solidFill>
                  <a:srgbClr val="64D5AF"/>
                </a:solidFill>
                <a:latin typeface="Arial"/>
                <a:ea typeface="Apple SD Gothic Neo"/>
              </a:rPr>
              <a:t>목표는 ‘더 많은 코드’가 아니라 ‘다음 판단에 필요한 근거’입니다.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521207" y="310896"/>
            <a:ext cx="10698480" cy="256032"/>
          </a:xfrm>
          <a:prstGeom prst="rect">
            <a:avLst/>
          </a:prstGeom>
          <a:noFill/>
        </p:spPr>
        <p:txBody>
          <a:bodyPr wrap="square" lIns="0" rIns="0" tIns="0" bIns="0">
            <a:spAutoFit/>
          </a:bodyPr>
          <a:lstStyle/>
          <a:p>
            <a:pPr algn="l">
              <a:lnSpc>
                <a:spcPct val="116000"/>
              </a:lnSpc>
              <a:spcBef>
                <a:spcPts val="0"/>
              </a:spcBef>
              <a:spcAft>
                <a:spcPts val="200"/>
              </a:spcAft>
            </a:pPr>
            <a:r>
              <a:rPr sz="1000" b="1">
                <a:solidFill>
                  <a:srgbClr val="A783D7"/>
                </a:solidFill>
                <a:latin typeface="Arial"/>
                <a:ea typeface="Apple SD Gothic Neo"/>
              </a:rPr>
              <a:t>03  /  A 30-SECOND ORIENTATION</a:t>
            </a:r>
          </a:p>
        </p:txBody>
      </p:sp>
      <p:sp>
        <p:nvSpPr>
          <p:cNvPr id="3" name="TextBox 2"/>
          <p:cNvSpPr txBox="1"/>
          <p:nvPr/>
        </p:nvSpPr>
        <p:spPr>
          <a:xfrm>
            <a:off x="521207" y="832104"/>
            <a:ext cx="11064240" cy="1170432"/>
          </a:xfrm>
          <a:prstGeom prst="rect">
            <a:avLst/>
          </a:prstGeom>
          <a:noFill/>
        </p:spPr>
        <p:txBody>
          <a:bodyPr wrap="square" lIns="0" rIns="0" tIns="0" bIns="0">
            <a:spAutoFit/>
          </a:bodyPr>
          <a:lstStyle/>
          <a:p>
            <a:pPr algn="l">
              <a:lnSpc>
                <a:spcPct val="109000"/>
              </a:lnSpc>
              <a:spcBef>
                <a:spcPts val="0"/>
              </a:spcBef>
              <a:spcAft>
                <a:spcPts val="400"/>
              </a:spcAft>
            </a:pPr>
            <a:r>
              <a:rPr sz="3200" b="1">
                <a:solidFill>
                  <a:srgbClr val="182236"/>
                </a:solidFill>
                <a:latin typeface="Arial"/>
                <a:ea typeface="Apple SD Gothic Neo"/>
              </a:rPr>
              <a:t>GitHub는 협업 공간.</a:t>
            </a:r>
          </a:p>
          <a:p>
            <a:pPr algn="l">
              <a:lnSpc>
                <a:spcPct val="109000"/>
              </a:lnSpc>
              <a:spcBef>
                <a:spcPts val="0"/>
              </a:spcBef>
              <a:spcAft>
                <a:spcPts val="400"/>
              </a:spcAft>
            </a:pPr>
            <a:r>
              <a:rPr sz="3200" b="1">
                <a:solidFill>
                  <a:srgbClr val="182236"/>
                </a:solidFill>
                <a:latin typeface="Arial"/>
                <a:ea typeface="Apple SD Gothic Neo"/>
              </a:rPr>
              <a:t>Copilot은 개발 작업을 돕는 AI.</a:t>
            </a:r>
          </a:p>
        </p:txBody>
      </p:sp>
      <p:cxnSp>
        <p:nvCxnSpPr>
          <p:cNvPr id="4" name="Connector 3"/>
          <p:cNvCxnSpPr/>
          <p:nvPr/>
        </p:nvCxnSpPr>
        <p:spPr>
          <a:xfrm>
            <a:off x="521207" y="6446520"/>
            <a:ext cx="11128249" cy="0"/>
          </a:xfrm>
          <a:prstGeom prst="line">
            <a:avLst/>
          </a:prstGeom>
          <a:ln w="8890">
            <a:solidFill>
              <a:srgbClr val="DCE2EC"/>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9496" y="6547104"/>
            <a:ext cx="8778240" cy="173736"/>
          </a:xfrm>
          <a:prstGeom prst="rect">
            <a:avLst/>
          </a:prstGeom>
          <a:noFill/>
        </p:spPr>
        <p:txBody>
          <a:bodyPr wrap="square" lIns="0" rIns="0" tIns="0" bIns="0">
            <a:spAutoFit/>
          </a:bodyPr>
          <a:lstStyle/>
          <a:p>
            <a:pPr algn="l">
              <a:lnSpc>
                <a:spcPct val="116000"/>
              </a:lnSpc>
              <a:spcBef>
                <a:spcPts val="0"/>
              </a:spcBef>
              <a:spcAft>
                <a:spcPts val="200"/>
              </a:spcAft>
            </a:pPr>
            <a:r>
              <a:rPr sz="850" b="0">
                <a:solidFill>
                  <a:srgbClr val="78859A"/>
                </a:solidFill>
                <a:latin typeface="Arial"/>
                <a:ea typeface="Apple SD Gothic Neo"/>
              </a:rPr>
              <a:t>GitHub Copilot  /  Agentic Development in Action</a:t>
            </a:r>
          </a:p>
        </p:txBody>
      </p:sp>
      <p:sp>
        <p:nvSpPr>
          <p:cNvPr id="6" name="TextBox 5"/>
          <p:cNvSpPr txBox="1"/>
          <p:nvPr/>
        </p:nvSpPr>
        <p:spPr>
          <a:xfrm>
            <a:off x="11064240" y="6510528"/>
            <a:ext cx="576072" cy="246888"/>
          </a:xfrm>
          <a:prstGeom prst="rect">
            <a:avLst/>
          </a:prstGeom>
          <a:noFill/>
        </p:spPr>
        <p:txBody>
          <a:bodyPr wrap="square" lIns="0" rIns="0" tIns="0" bIns="0">
            <a:spAutoFit/>
          </a:bodyPr>
          <a:lstStyle/>
          <a:p>
            <a:pPr algn="r">
              <a:lnSpc>
                <a:spcPct val="116000"/>
              </a:lnSpc>
              <a:spcBef>
                <a:spcPts val="0"/>
              </a:spcBef>
              <a:spcAft>
                <a:spcPts val="200"/>
              </a:spcAft>
            </a:pPr>
            <a:r>
              <a:rPr sz="1100" b="0">
                <a:solidFill>
                  <a:srgbClr val="78859A"/>
                </a:solidFill>
                <a:latin typeface="Arial"/>
                <a:ea typeface="Apple SD Gothic Neo"/>
              </a:rPr>
              <a:t>04</a:t>
            </a:r>
          </a:p>
        </p:txBody>
      </p:sp>
      <p:sp>
        <p:nvSpPr>
          <p:cNvPr id="7" name="Rounded Rectangle 6"/>
          <p:cNvSpPr/>
          <p:nvPr/>
        </p:nvSpPr>
        <p:spPr>
          <a:xfrm>
            <a:off x="557784" y="2432304"/>
            <a:ext cx="6848856" cy="3255264"/>
          </a:xfrm>
          <a:prstGeom prst="roundRect">
            <a:avLst>
              <a:gd name="adj" fmla="val 12000"/>
            </a:avLst>
          </a:prstGeom>
          <a:solidFill>
            <a:srgbClr val="FFFFFF"/>
          </a:solidFill>
          <a:ln w="10160">
            <a:solidFill>
              <a:srgbClr val="DCE2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68680" y="2715768"/>
            <a:ext cx="6217920" cy="438912"/>
          </a:xfrm>
          <a:prstGeom prst="rect">
            <a:avLst/>
          </a:prstGeom>
          <a:noFill/>
        </p:spPr>
        <p:txBody>
          <a:bodyPr wrap="square" lIns="0" rIns="0" tIns="0" bIns="0">
            <a:spAutoFit/>
          </a:bodyPr>
          <a:lstStyle/>
          <a:p>
            <a:pPr algn="l">
              <a:lnSpc>
                <a:spcPct val="116000"/>
              </a:lnSpc>
              <a:spcBef>
                <a:spcPts val="0"/>
              </a:spcBef>
              <a:spcAft>
                <a:spcPts val="400"/>
              </a:spcAft>
            </a:pPr>
            <a:r>
              <a:rPr sz="2600" b="1">
                <a:solidFill>
                  <a:srgbClr val="182236"/>
                </a:solidFill>
                <a:latin typeface="Arial"/>
                <a:ea typeface="Apple SD Gothic Neo"/>
              </a:rPr>
              <a:t>GitHub</a:t>
            </a:r>
          </a:p>
        </p:txBody>
      </p:sp>
      <p:sp>
        <p:nvSpPr>
          <p:cNvPr id="9" name="TextBox 8"/>
          <p:cNvSpPr txBox="1"/>
          <p:nvPr/>
        </p:nvSpPr>
        <p:spPr>
          <a:xfrm>
            <a:off x="868680" y="3291840"/>
            <a:ext cx="6035040" cy="457200"/>
          </a:xfrm>
          <a:prstGeom prst="rect">
            <a:avLst/>
          </a:prstGeom>
          <a:noFill/>
        </p:spPr>
        <p:txBody>
          <a:bodyPr wrap="square" lIns="0" rIns="0" tIns="0" bIns="0">
            <a:spAutoFit/>
          </a:bodyPr>
          <a:lstStyle/>
          <a:p>
            <a:pPr algn="l">
              <a:lnSpc>
                <a:spcPct val="116000"/>
              </a:lnSpc>
              <a:spcBef>
                <a:spcPts val="0"/>
              </a:spcBef>
              <a:spcAft>
                <a:spcPts val="400"/>
              </a:spcAft>
            </a:pPr>
            <a:r>
              <a:rPr sz="2000" b="0">
                <a:solidFill>
                  <a:srgbClr val="78859A"/>
                </a:solidFill>
                <a:latin typeface="Arial"/>
                <a:ea typeface="Apple SD Gothic Neo"/>
              </a:rPr>
              <a:t>개발 변경을 관리하고 협업하는 플랫폼</a:t>
            </a:r>
          </a:p>
        </p:txBody>
      </p:sp>
      <p:sp>
        <p:nvSpPr>
          <p:cNvPr id="10" name="Rounded Rectangle 9"/>
          <p:cNvSpPr/>
          <p:nvPr/>
        </p:nvSpPr>
        <p:spPr>
          <a:xfrm>
            <a:off x="868680" y="4050791"/>
            <a:ext cx="1746504" cy="301752"/>
          </a:xfrm>
          <a:prstGeom prst="roundRect">
            <a:avLst>
              <a:gd name="adj" fmla="val 12000"/>
            </a:avLst>
          </a:prstGeom>
          <a:solidFill>
            <a:srgbClr val="EEE7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941832" y="4091939"/>
            <a:ext cx="1600200" cy="228600"/>
          </a:xfrm>
          <a:prstGeom prst="rect">
            <a:avLst/>
          </a:prstGeom>
          <a:noFill/>
        </p:spPr>
        <p:txBody>
          <a:bodyPr wrap="square" lIns="0" rIns="0" tIns="0" bIns="0">
            <a:spAutoFit/>
          </a:bodyPr>
          <a:lstStyle/>
          <a:p>
            <a:pPr algn="ctr">
              <a:lnSpc>
                <a:spcPct val="116000"/>
              </a:lnSpc>
              <a:spcBef>
                <a:spcPts val="0"/>
              </a:spcBef>
              <a:spcAft>
                <a:spcPts val="200"/>
              </a:spcAft>
            </a:pPr>
            <a:r>
              <a:rPr sz="1000" b="1">
                <a:solidFill>
                  <a:srgbClr val="A783D7"/>
                </a:solidFill>
                <a:latin typeface="Arial"/>
                <a:ea typeface="Apple SD Gothic Neo"/>
              </a:rPr>
              <a:t>변경 요청</a:t>
            </a:r>
          </a:p>
        </p:txBody>
      </p:sp>
      <p:sp>
        <p:nvSpPr>
          <p:cNvPr id="12" name="Rounded Rectangle 11"/>
          <p:cNvSpPr/>
          <p:nvPr/>
        </p:nvSpPr>
        <p:spPr>
          <a:xfrm>
            <a:off x="2944368" y="4050791"/>
            <a:ext cx="1746504" cy="301752"/>
          </a:xfrm>
          <a:prstGeom prst="roundRect">
            <a:avLst>
              <a:gd name="adj" fmla="val 12000"/>
            </a:avLst>
          </a:prstGeom>
          <a:solidFill>
            <a:srgbClr val="EEE7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017520" y="4091939"/>
            <a:ext cx="1600200" cy="228600"/>
          </a:xfrm>
          <a:prstGeom prst="rect">
            <a:avLst/>
          </a:prstGeom>
          <a:noFill/>
        </p:spPr>
        <p:txBody>
          <a:bodyPr wrap="square" lIns="0" rIns="0" tIns="0" bIns="0">
            <a:spAutoFit/>
          </a:bodyPr>
          <a:lstStyle/>
          <a:p>
            <a:pPr algn="ctr">
              <a:lnSpc>
                <a:spcPct val="116000"/>
              </a:lnSpc>
              <a:spcBef>
                <a:spcPts val="0"/>
              </a:spcBef>
              <a:spcAft>
                <a:spcPts val="200"/>
              </a:spcAft>
            </a:pPr>
            <a:r>
              <a:rPr sz="1000" b="1">
                <a:solidFill>
                  <a:srgbClr val="A783D7"/>
                </a:solidFill>
                <a:latin typeface="Arial"/>
                <a:ea typeface="Apple SD Gothic Neo"/>
              </a:rPr>
              <a:t>코드 변경</a:t>
            </a:r>
          </a:p>
        </p:txBody>
      </p:sp>
      <p:sp>
        <p:nvSpPr>
          <p:cNvPr id="14" name="Rounded Rectangle 13"/>
          <p:cNvSpPr/>
          <p:nvPr/>
        </p:nvSpPr>
        <p:spPr>
          <a:xfrm>
            <a:off x="5020056" y="4050791"/>
            <a:ext cx="1746504" cy="301752"/>
          </a:xfrm>
          <a:prstGeom prst="roundRect">
            <a:avLst>
              <a:gd name="adj" fmla="val 12000"/>
            </a:avLst>
          </a:prstGeom>
          <a:solidFill>
            <a:srgbClr val="EEE7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093208" y="4091939"/>
            <a:ext cx="1600200" cy="228600"/>
          </a:xfrm>
          <a:prstGeom prst="rect">
            <a:avLst/>
          </a:prstGeom>
          <a:noFill/>
        </p:spPr>
        <p:txBody>
          <a:bodyPr wrap="square" lIns="0" rIns="0" tIns="0" bIns="0">
            <a:spAutoFit/>
          </a:bodyPr>
          <a:lstStyle/>
          <a:p>
            <a:pPr algn="ctr">
              <a:lnSpc>
                <a:spcPct val="116000"/>
              </a:lnSpc>
              <a:spcBef>
                <a:spcPts val="0"/>
              </a:spcBef>
              <a:spcAft>
                <a:spcPts val="200"/>
              </a:spcAft>
            </a:pPr>
            <a:r>
              <a:rPr sz="1000" b="1">
                <a:solidFill>
                  <a:srgbClr val="A783D7"/>
                </a:solidFill>
                <a:latin typeface="Arial"/>
                <a:ea typeface="Apple SD Gothic Neo"/>
              </a:rPr>
              <a:t>검토·승인</a:t>
            </a:r>
          </a:p>
        </p:txBody>
      </p:sp>
      <p:sp>
        <p:nvSpPr>
          <p:cNvPr id="16" name="TextBox 15"/>
          <p:cNvSpPr txBox="1"/>
          <p:nvPr/>
        </p:nvSpPr>
        <p:spPr>
          <a:xfrm>
            <a:off x="868680" y="4727448"/>
            <a:ext cx="6089904" cy="658368"/>
          </a:xfrm>
          <a:prstGeom prst="rect">
            <a:avLst/>
          </a:prstGeom>
          <a:noFill/>
        </p:spPr>
        <p:txBody>
          <a:bodyPr wrap="square" lIns="0" rIns="0" tIns="0" bIns="0">
            <a:spAutoFit/>
          </a:bodyPr>
          <a:lstStyle/>
          <a:p>
            <a:pPr algn="l">
              <a:lnSpc>
                <a:spcPct val="116000"/>
              </a:lnSpc>
              <a:spcBef>
                <a:spcPts val="0"/>
              </a:spcBef>
              <a:spcAft>
                <a:spcPts val="200"/>
              </a:spcAft>
            </a:pPr>
            <a:r>
              <a:rPr sz="1500" b="0">
                <a:solidFill>
                  <a:srgbClr val="78859A"/>
                </a:solidFill>
                <a:latin typeface="Arial"/>
                <a:ea typeface="Apple SD Gothic Neo"/>
              </a:rPr>
              <a:t>이번 시연은 로컬 개발 환경에서 실행합니다.</a:t>
            </a:r>
          </a:p>
          <a:p>
            <a:pPr algn="l">
              <a:lnSpc>
                <a:spcPct val="116000"/>
              </a:lnSpc>
              <a:spcBef>
                <a:spcPts val="0"/>
              </a:spcBef>
              <a:spcAft>
                <a:spcPts val="200"/>
              </a:spcAft>
            </a:pPr>
            <a:r>
              <a:rPr sz="1500" b="0">
                <a:solidFill>
                  <a:srgbClr val="78859A"/>
                </a:solidFill>
                <a:latin typeface="Arial"/>
                <a:ea typeface="Apple SD Gothic Neo"/>
              </a:rPr>
              <a:t>실제 GitHub PR을 만들거나 병합하지 않습니다.</a:t>
            </a:r>
          </a:p>
        </p:txBody>
      </p:sp>
      <p:sp>
        <p:nvSpPr>
          <p:cNvPr id="17" name="Rounded Rectangle 16"/>
          <p:cNvSpPr/>
          <p:nvPr/>
        </p:nvSpPr>
        <p:spPr>
          <a:xfrm>
            <a:off x="7644383" y="2432304"/>
            <a:ext cx="3959352" cy="3255264"/>
          </a:xfrm>
          <a:prstGeom prst="roundRect">
            <a:avLst>
              <a:gd name="adj" fmla="val 12000"/>
            </a:avLst>
          </a:prstGeom>
          <a:solidFill>
            <a:srgbClr val="10172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973568" y="2770632"/>
            <a:ext cx="3300984" cy="448056"/>
          </a:xfrm>
          <a:prstGeom prst="rect">
            <a:avLst/>
          </a:prstGeom>
          <a:noFill/>
        </p:spPr>
        <p:txBody>
          <a:bodyPr wrap="square" lIns="0" rIns="0" tIns="0" bIns="0">
            <a:spAutoFit/>
          </a:bodyPr>
          <a:lstStyle/>
          <a:p>
            <a:pPr algn="l">
              <a:lnSpc>
                <a:spcPct val="116000"/>
              </a:lnSpc>
              <a:spcBef>
                <a:spcPts val="0"/>
              </a:spcBef>
              <a:spcAft>
                <a:spcPts val="400"/>
              </a:spcAft>
            </a:pPr>
            <a:r>
              <a:rPr sz="2300" b="1">
                <a:solidFill>
                  <a:srgbClr val="D6C1F0"/>
                </a:solidFill>
                <a:latin typeface="Arial"/>
                <a:ea typeface="Apple SD Gothic Neo"/>
              </a:rPr>
              <a:t>GitHub Copilot CLI</a:t>
            </a:r>
          </a:p>
        </p:txBody>
      </p:sp>
      <p:sp>
        <p:nvSpPr>
          <p:cNvPr id="19" name="TextBox 18"/>
          <p:cNvSpPr txBox="1"/>
          <p:nvPr/>
        </p:nvSpPr>
        <p:spPr>
          <a:xfrm>
            <a:off x="7973568" y="3557016"/>
            <a:ext cx="3236976" cy="1453896"/>
          </a:xfrm>
          <a:prstGeom prst="rect">
            <a:avLst/>
          </a:prstGeom>
          <a:noFill/>
        </p:spPr>
        <p:txBody>
          <a:bodyPr wrap="square" lIns="0" rIns="0" tIns="0" bIns="0">
            <a:spAutoFit/>
          </a:bodyPr>
          <a:lstStyle/>
          <a:p>
            <a:pPr algn="l">
              <a:lnSpc>
                <a:spcPct val="116000"/>
              </a:lnSpc>
              <a:spcBef>
                <a:spcPts val="0"/>
              </a:spcBef>
              <a:spcAft>
                <a:spcPts val="400"/>
              </a:spcAft>
            </a:pPr>
            <a:r>
              <a:rPr sz="2000" b="0">
                <a:solidFill>
                  <a:srgbClr val="FFFFFF"/>
                </a:solidFill>
                <a:latin typeface="Arial"/>
                <a:ea typeface="Apple SD Gothic Neo"/>
              </a:rPr>
              <a:t>계획을 읽고 제안</a:t>
            </a:r>
          </a:p>
          <a:p>
            <a:pPr algn="l">
              <a:lnSpc>
                <a:spcPct val="116000"/>
              </a:lnSpc>
              <a:spcBef>
                <a:spcPts val="0"/>
              </a:spcBef>
              <a:spcAft>
                <a:spcPts val="400"/>
              </a:spcAft>
            </a:pPr>
            <a:r>
              <a:rPr sz="2000" b="0">
                <a:solidFill>
                  <a:srgbClr val="FFFFFF"/>
                </a:solidFill>
                <a:latin typeface="Arial"/>
                <a:ea typeface="Apple SD Gothic Neo"/>
              </a:rPr>
              <a:t>코드를 읽고 수정</a:t>
            </a:r>
          </a:p>
          <a:p>
            <a:pPr algn="l">
              <a:lnSpc>
                <a:spcPct val="116000"/>
              </a:lnSpc>
              <a:spcBef>
                <a:spcPts val="0"/>
              </a:spcBef>
              <a:spcAft>
                <a:spcPts val="400"/>
              </a:spcAft>
            </a:pPr>
            <a:r>
              <a:rPr sz="2000" b="0">
                <a:solidFill>
                  <a:srgbClr val="FFFFFF"/>
                </a:solidFill>
                <a:latin typeface="Arial"/>
                <a:ea typeface="Apple SD Gothic Neo"/>
              </a:rPr>
              <a:t>변경과 검증 근거를 검토</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521207" y="310896"/>
            <a:ext cx="10698480" cy="256032"/>
          </a:xfrm>
          <a:prstGeom prst="rect">
            <a:avLst/>
          </a:prstGeom>
          <a:noFill/>
        </p:spPr>
        <p:txBody>
          <a:bodyPr wrap="square" lIns="0" rIns="0" tIns="0" bIns="0">
            <a:spAutoFit/>
          </a:bodyPr>
          <a:lstStyle/>
          <a:p>
            <a:pPr algn="l">
              <a:lnSpc>
                <a:spcPct val="116000"/>
              </a:lnSpc>
              <a:spcBef>
                <a:spcPts val="0"/>
              </a:spcBef>
              <a:spcAft>
                <a:spcPts val="200"/>
              </a:spcAft>
            </a:pPr>
            <a:r>
              <a:rPr sz="1000" b="1">
                <a:solidFill>
                  <a:srgbClr val="A783D7"/>
                </a:solidFill>
                <a:latin typeface="Arial"/>
                <a:ea typeface="Apple SD Gothic Neo"/>
              </a:rPr>
              <a:t>04  /  ONE BOUNDED CHANGE REQUEST</a:t>
            </a:r>
          </a:p>
        </p:txBody>
      </p:sp>
      <p:sp>
        <p:nvSpPr>
          <p:cNvPr id="3" name="TextBox 2"/>
          <p:cNvSpPr txBox="1"/>
          <p:nvPr/>
        </p:nvSpPr>
        <p:spPr>
          <a:xfrm>
            <a:off x="521207" y="832104"/>
            <a:ext cx="11064240" cy="1170432"/>
          </a:xfrm>
          <a:prstGeom prst="rect">
            <a:avLst/>
          </a:prstGeom>
          <a:noFill/>
        </p:spPr>
        <p:txBody>
          <a:bodyPr wrap="square" lIns="0" rIns="0" tIns="0" bIns="0">
            <a:spAutoFit/>
          </a:bodyPr>
          <a:lstStyle/>
          <a:p>
            <a:pPr algn="l">
              <a:lnSpc>
                <a:spcPct val="109000"/>
              </a:lnSpc>
              <a:spcBef>
                <a:spcPts val="0"/>
              </a:spcBef>
              <a:spcAft>
                <a:spcPts val="400"/>
              </a:spcAft>
            </a:pPr>
            <a:r>
              <a:rPr sz="3200" b="1">
                <a:solidFill>
                  <a:srgbClr val="182236"/>
                </a:solidFill>
                <a:latin typeface="Arial"/>
                <a:ea typeface="Apple SD Gothic Neo"/>
              </a:rPr>
              <a:t>중복은 막고,</a:t>
            </a:r>
          </a:p>
          <a:p>
            <a:pPr algn="l">
              <a:lnSpc>
                <a:spcPct val="109000"/>
              </a:lnSpc>
              <a:spcBef>
                <a:spcPts val="0"/>
              </a:spcBef>
              <a:spcAft>
                <a:spcPts val="400"/>
              </a:spcAft>
            </a:pPr>
            <a:r>
              <a:rPr sz="3200" b="1">
                <a:solidFill>
                  <a:srgbClr val="182236"/>
                </a:solidFill>
                <a:latin typeface="Arial"/>
                <a:ea typeface="Apple SD Gothic Neo"/>
              </a:rPr>
              <a:t>정상적인 새 주문은 유지한다.</a:t>
            </a:r>
          </a:p>
        </p:txBody>
      </p:sp>
      <p:cxnSp>
        <p:nvCxnSpPr>
          <p:cNvPr id="4" name="Connector 3"/>
          <p:cNvCxnSpPr/>
          <p:nvPr/>
        </p:nvCxnSpPr>
        <p:spPr>
          <a:xfrm>
            <a:off x="521207" y="6446520"/>
            <a:ext cx="11128249" cy="0"/>
          </a:xfrm>
          <a:prstGeom prst="line">
            <a:avLst/>
          </a:prstGeom>
          <a:ln w="8890">
            <a:solidFill>
              <a:srgbClr val="DCE2EC"/>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9496" y="6547104"/>
            <a:ext cx="8778240" cy="173736"/>
          </a:xfrm>
          <a:prstGeom prst="rect">
            <a:avLst/>
          </a:prstGeom>
          <a:noFill/>
        </p:spPr>
        <p:txBody>
          <a:bodyPr wrap="square" lIns="0" rIns="0" tIns="0" bIns="0">
            <a:spAutoFit/>
          </a:bodyPr>
          <a:lstStyle/>
          <a:p>
            <a:pPr algn="l">
              <a:lnSpc>
                <a:spcPct val="116000"/>
              </a:lnSpc>
              <a:spcBef>
                <a:spcPts val="0"/>
              </a:spcBef>
              <a:spcAft>
                <a:spcPts val="200"/>
              </a:spcAft>
            </a:pPr>
            <a:r>
              <a:rPr sz="850" b="0">
                <a:solidFill>
                  <a:srgbClr val="78859A"/>
                </a:solidFill>
                <a:latin typeface="Arial"/>
                <a:ea typeface="Apple SD Gothic Neo"/>
              </a:rPr>
              <a:t>GitHub Copilot  /  Agentic Development in Action</a:t>
            </a:r>
          </a:p>
        </p:txBody>
      </p:sp>
      <p:sp>
        <p:nvSpPr>
          <p:cNvPr id="6" name="TextBox 5"/>
          <p:cNvSpPr txBox="1"/>
          <p:nvPr/>
        </p:nvSpPr>
        <p:spPr>
          <a:xfrm>
            <a:off x="11064240" y="6510528"/>
            <a:ext cx="576072" cy="246888"/>
          </a:xfrm>
          <a:prstGeom prst="rect">
            <a:avLst/>
          </a:prstGeom>
          <a:noFill/>
        </p:spPr>
        <p:txBody>
          <a:bodyPr wrap="square" lIns="0" rIns="0" tIns="0" bIns="0">
            <a:spAutoFit/>
          </a:bodyPr>
          <a:lstStyle/>
          <a:p>
            <a:pPr algn="r">
              <a:lnSpc>
                <a:spcPct val="116000"/>
              </a:lnSpc>
              <a:spcBef>
                <a:spcPts val="0"/>
              </a:spcBef>
              <a:spcAft>
                <a:spcPts val="200"/>
              </a:spcAft>
            </a:pPr>
            <a:r>
              <a:rPr sz="1100" b="0">
                <a:solidFill>
                  <a:srgbClr val="78859A"/>
                </a:solidFill>
                <a:latin typeface="Arial"/>
                <a:ea typeface="Apple SD Gothic Neo"/>
              </a:rPr>
              <a:t>05</a:t>
            </a:r>
          </a:p>
        </p:txBody>
      </p:sp>
      <p:sp>
        <p:nvSpPr>
          <p:cNvPr id="7" name="Rounded Rectangle 6"/>
          <p:cNvSpPr/>
          <p:nvPr/>
        </p:nvSpPr>
        <p:spPr>
          <a:xfrm>
            <a:off x="557784" y="2441448"/>
            <a:ext cx="3566160" cy="2770632"/>
          </a:xfrm>
          <a:prstGeom prst="roundRect">
            <a:avLst>
              <a:gd name="adj" fmla="val 12000"/>
            </a:avLst>
          </a:prstGeom>
          <a:solidFill>
            <a:srgbClr val="FFFFFF"/>
          </a:solidFill>
          <a:ln w="10160">
            <a:solidFill>
              <a:srgbClr val="DCE2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04672" y="2706624"/>
            <a:ext cx="3090672" cy="448056"/>
          </a:xfrm>
          <a:prstGeom prst="rect">
            <a:avLst/>
          </a:prstGeom>
          <a:noFill/>
        </p:spPr>
        <p:txBody>
          <a:bodyPr wrap="square" lIns="0" rIns="0" tIns="0" bIns="0">
            <a:spAutoFit/>
          </a:bodyPr>
          <a:lstStyle/>
          <a:p>
            <a:pPr algn="l">
              <a:lnSpc>
                <a:spcPct val="116000"/>
              </a:lnSpc>
              <a:spcBef>
                <a:spcPts val="0"/>
              </a:spcBef>
              <a:spcAft>
                <a:spcPts val="400"/>
              </a:spcAft>
            </a:pPr>
            <a:r>
              <a:rPr sz="1800" b="1">
                <a:solidFill>
                  <a:srgbClr val="78859A"/>
                </a:solidFill>
                <a:latin typeface="Arial"/>
                <a:ea typeface="Apple SD Gothic Neo"/>
              </a:rPr>
              <a:t>같은 요청 재전송</a:t>
            </a:r>
          </a:p>
        </p:txBody>
      </p:sp>
      <p:sp>
        <p:nvSpPr>
          <p:cNvPr id="9" name="TextBox 8"/>
          <p:cNvSpPr txBox="1"/>
          <p:nvPr/>
        </p:nvSpPr>
        <p:spPr>
          <a:xfrm>
            <a:off x="804672" y="3374136"/>
            <a:ext cx="3090672" cy="640080"/>
          </a:xfrm>
          <a:prstGeom prst="rect">
            <a:avLst/>
          </a:prstGeom>
          <a:noFill/>
        </p:spPr>
        <p:txBody>
          <a:bodyPr wrap="square" lIns="0" rIns="0" tIns="0" bIns="0">
            <a:spAutoFit/>
          </a:bodyPr>
          <a:lstStyle/>
          <a:p>
            <a:pPr algn="l">
              <a:lnSpc>
                <a:spcPct val="116000"/>
              </a:lnSpc>
              <a:spcBef>
                <a:spcPts val="0"/>
              </a:spcBef>
              <a:spcAft>
                <a:spcPts val="400"/>
              </a:spcAft>
            </a:pPr>
            <a:r>
              <a:rPr sz="3100" b="1">
                <a:solidFill>
                  <a:srgbClr val="A783D7"/>
                </a:solidFill>
                <a:latin typeface="Arial"/>
                <a:ea typeface="Apple SD Gothic Neo"/>
              </a:rPr>
              <a:t>2회 → 1건</a:t>
            </a:r>
          </a:p>
        </p:txBody>
      </p:sp>
      <p:sp>
        <p:nvSpPr>
          <p:cNvPr id="10" name="TextBox 9"/>
          <p:cNvSpPr txBox="1"/>
          <p:nvPr/>
        </p:nvSpPr>
        <p:spPr>
          <a:xfrm>
            <a:off x="804672" y="4325112"/>
            <a:ext cx="3063240" cy="731520"/>
          </a:xfrm>
          <a:prstGeom prst="rect">
            <a:avLst/>
          </a:prstGeom>
          <a:noFill/>
        </p:spPr>
        <p:txBody>
          <a:bodyPr wrap="square" lIns="0" rIns="0" tIns="0" bIns="0">
            <a:spAutoFit/>
          </a:bodyPr>
          <a:lstStyle/>
          <a:p>
            <a:pPr algn="l">
              <a:lnSpc>
                <a:spcPct val="116000"/>
              </a:lnSpc>
              <a:spcBef>
                <a:spcPts val="0"/>
              </a:spcBef>
              <a:spcAft>
                <a:spcPts val="400"/>
              </a:spcAft>
            </a:pPr>
            <a:r>
              <a:rPr sz="1700" b="0">
                <a:solidFill>
                  <a:srgbClr val="182236"/>
                </a:solidFill>
                <a:latin typeface="Arial"/>
                <a:ea typeface="Apple SD Gothic Neo"/>
              </a:rPr>
              <a:t>순차·동시 재전송 모두</a:t>
            </a:r>
          </a:p>
          <a:p>
            <a:pPr algn="l">
              <a:lnSpc>
                <a:spcPct val="116000"/>
              </a:lnSpc>
              <a:spcBef>
                <a:spcPts val="0"/>
              </a:spcBef>
              <a:spcAft>
                <a:spcPts val="400"/>
              </a:spcAft>
            </a:pPr>
            <a:r>
              <a:rPr sz="1700" b="0">
                <a:solidFill>
                  <a:srgbClr val="182236"/>
                </a:solidFill>
                <a:latin typeface="Arial"/>
                <a:ea typeface="Apple SD Gothic Neo"/>
              </a:rPr>
              <a:t>기존 주문번호로 응답</a:t>
            </a:r>
          </a:p>
        </p:txBody>
      </p:sp>
      <p:sp>
        <p:nvSpPr>
          <p:cNvPr id="11" name="Rounded Rectangle 10"/>
          <p:cNvSpPr/>
          <p:nvPr/>
        </p:nvSpPr>
        <p:spPr>
          <a:xfrm>
            <a:off x="4361688" y="2441448"/>
            <a:ext cx="3566160" cy="2770632"/>
          </a:xfrm>
          <a:prstGeom prst="roundRect">
            <a:avLst>
              <a:gd name="adj" fmla="val 12000"/>
            </a:avLst>
          </a:prstGeom>
          <a:solidFill>
            <a:srgbClr val="FFFFFF"/>
          </a:solidFill>
          <a:ln w="10160">
            <a:solidFill>
              <a:srgbClr val="DCE2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608576" y="2706624"/>
            <a:ext cx="3090672" cy="448056"/>
          </a:xfrm>
          <a:prstGeom prst="rect">
            <a:avLst/>
          </a:prstGeom>
          <a:noFill/>
        </p:spPr>
        <p:txBody>
          <a:bodyPr wrap="square" lIns="0" rIns="0" tIns="0" bIns="0">
            <a:spAutoFit/>
          </a:bodyPr>
          <a:lstStyle/>
          <a:p>
            <a:pPr algn="l">
              <a:lnSpc>
                <a:spcPct val="116000"/>
              </a:lnSpc>
              <a:spcBef>
                <a:spcPts val="0"/>
              </a:spcBef>
              <a:spcAft>
                <a:spcPts val="400"/>
              </a:spcAft>
            </a:pPr>
            <a:r>
              <a:rPr sz="1800" b="1">
                <a:solidFill>
                  <a:srgbClr val="78859A"/>
                </a:solidFill>
                <a:latin typeface="Arial"/>
                <a:ea typeface="Apple SD Gothic Neo"/>
              </a:rPr>
              <a:t>별도의 새 주문</a:t>
            </a:r>
          </a:p>
        </p:txBody>
      </p:sp>
      <p:sp>
        <p:nvSpPr>
          <p:cNvPr id="13" name="TextBox 12"/>
          <p:cNvSpPr txBox="1"/>
          <p:nvPr/>
        </p:nvSpPr>
        <p:spPr>
          <a:xfrm>
            <a:off x="4608576" y="3374136"/>
            <a:ext cx="3090672" cy="640080"/>
          </a:xfrm>
          <a:prstGeom prst="rect">
            <a:avLst/>
          </a:prstGeom>
          <a:noFill/>
        </p:spPr>
        <p:txBody>
          <a:bodyPr wrap="square" lIns="0" rIns="0" tIns="0" bIns="0">
            <a:spAutoFit/>
          </a:bodyPr>
          <a:lstStyle/>
          <a:p>
            <a:pPr algn="l">
              <a:lnSpc>
                <a:spcPct val="116000"/>
              </a:lnSpc>
              <a:spcBef>
                <a:spcPts val="0"/>
              </a:spcBef>
              <a:spcAft>
                <a:spcPts val="400"/>
              </a:spcAft>
            </a:pPr>
            <a:r>
              <a:rPr sz="3100" b="1">
                <a:solidFill>
                  <a:srgbClr val="267F62"/>
                </a:solidFill>
                <a:latin typeface="Arial"/>
                <a:ea typeface="Apple SD Gothic Neo"/>
              </a:rPr>
              <a:t>새 주문 허용</a:t>
            </a:r>
          </a:p>
        </p:txBody>
      </p:sp>
      <p:sp>
        <p:nvSpPr>
          <p:cNvPr id="14" name="TextBox 13"/>
          <p:cNvSpPr txBox="1"/>
          <p:nvPr/>
        </p:nvSpPr>
        <p:spPr>
          <a:xfrm>
            <a:off x="4608576" y="4325112"/>
            <a:ext cx="3063240" cy="731520"/>
          </a:xfrm>
          <a:prstGeom prst="rect">
            <a:avLst/>
          </a:prstGeom>
          <a:noFill/>
        </p:spPr>
        <p:txBody>
          <a:bodyPr wrap="square" lIns="0" rIns="0" tIns="0" bIns="0">
            <a:spAutoFit/>
          </a:bodyPr>
          <a:lstStyle/>
          <a:p>
            <a:pPr algn="l">
              <a:lnSpc>
                <a:spcPct val="116000"/>
              </a:lnSpc>
              <a:spcBef>
                <a:spcPts val="0"/>
              </a:spcBef>
              <a:spcAft>
                <a:spcPts val="400"/>
              </a:spcAft>
            </a:pPr>
            <a:r>
              <a:rPr sz="1700" b="0">
                <a:solidFill>
                  <a:srgbClr val="182236"/>
                </a:solidFill>
                <a:latin typeface="Arial"/>
                <a:ea typeface="Apple SD Gothic Neo"/>
              </a:rPr>
              <a:t>다른 주문 표식이면</a:t>
            </a:r>
          </a:p>
          <a:p>
            <a:pPr algn="l">
              <a:lnSpc>
                <a:spcPct val="116000"/>
              </a:lnSpc>
              <a:spcBef>
                <a:spcPts val="0"/>
              </a:spcBef>
              <a:spcAft>
                <a:spcPts val="400"/>
              </a:spcAft>
            </a:pPr>
            <a:r>
              <a:rPr sz="1700" b="0">
                <a:solidFill>
                  <a:srgbClr val="182236"/>
                </a:solidFill>
                <a:latin typeface="Arial"/>
                <a:ea typeface="Apple SD Gothic Neo"/>
              </a:rPr>
              <a:t>정상적으로 추가 접수</a:t>
            </a:r>
          </a:p>
        </p:txBody>
      </p:sp>
      <p:sp>
        <p:nvSpPr>
          <p:cNvPr id="15" name="Rounded Rectangle 14"/>
          <p:cNvSpPr/>
          <p:nvPr/>
        </p:nvSpPr>
        <p:spPr>
          <a:xfrm>
            <a:off x="8165592" y="2441448"/>
            <a:ext cx="3566160" cy="2770632"/>
          </a:xfrm>
          <a:prstGeom prst="roundRect">
            <a:avLst>
              <a:gd name="adj" fmla="val 12000"/>
            </a:avLst>
          </a:prstGeom>
          <a:solidFill>
            <a:srgbClr val="FFFFFF"/>
          </a:solidFill>
          <a:ln w="10160">
            <a:solidFill>
              <a:srgbClr val="DCE2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412480" y="2706624"/>
            <a:ext cx="3090672" cy="448056"/>
          </a:xfrm>
          <a:prstGeom prst="rect">
            <a:avLst/>
          </a:prstGeom>
          <a:noFill/>
        </p:spPr>
        <p:txBody>
          <a:bodyPr wrap="square" lIns="0" rIns="0" tIns="0" bIns="0">
            <a:spAutoFit/>
          </a:bodyPr>
          <a:lstStyle/>
          <a:p>
            <a:pPr algn="l">
              <a:lnSpc>
                <a:spcPct val="116000"/>
              </a:lnSpc>
              <a:spcBef>
                <a:spcPts val="0"/>
              </a:spcBef>
              <a:spcAft>
                <a:spcPts val="400"/>
              </a:spcAft>
            </a:pPr>
            <a:r>
              <a:rPr sz="1800" b="1">
                <a:solidFill>
                  <a:srgbClr val="78859A"/>
                </a:solidFill>
                <a:latin typeface="Arial"/>
                <a:ea typeface="Apple SD Gothic Neo"/>
              </a:rPr>
              <a:t>같은 표식, 다른 내용</a:t>
            </a:r>
          </a:p>
        </p:txBody>
      </p:sp>
      <p:sp>
        <p:nvSpPr>
          <p:cNvPr id="17" name="TextBox 16"/>
          <p:cNvSpPr txBox="1"/>
          <p:nvPr/>
        </p:nvSpPr>
        <p:spPr>
          <a:xfrm>
            <a:off x="8412480" y="3374136"/>
            <a:ext cx="3090672" cy="640080"/>
          </a:xfrm>
          <a:prstGeom prst="rect">
            <a:avLst/>
          </a:prstGeom>
          <a:noFill/>
        </p:spPr>
        <p:txBody>
          <a:bodyPr wrap="square" lIns="0" rIns="0" tIns="0" bIns="0">
            <a:spAutoFit/>
          </a:bodyPr>
          <a:lstStyle/>
          <a:p>
            <a:pPr algn="l">
              <a:lnSpc>
                <a:spcPct val="116000"/>
              </a:lnSpc>
              <a:spcBef>
                <a:spcPts val="0"/>
              </a:spcBef>
              <a:spcAft>
                <a:spcPts val="400"/>
              </a:spcAft>
            </a:pPr>
            <a:r>
              <a:rPr sz="3100" b="1">
                <a:solidFill>
                  <a:srgbClr val="D36C78"/>
                </a:solidFill>
                <a:latin typeface="Arial"/>
                <a:ea typeface="Apple SD Gothic Neo"/>
              </a:rPr>
              <a:t>충돌은 거부</a:t>
            </a:r>
          </a:p>
        </p:txBody>
      </p:sp>
      <p:sp>
        <p:nvSpPr>
          <p:cNvPr id="18" name="TextBox 17"/>
          <p:cNvSpPr txBox="1"/>
          <p:nvPr/>
        </p:nvSpPr>
        <p:spPr>
          <a:xfrm>
            <a:off x="8412480" y="4325112"/>
            <a:ext cx="3063240" cy="731520"/>
          </a:xfrm>
          <a:prstGeom prst="rect">
            <a:avLst/>
          </a:prstGeom>
          <a:noFill/>
        </p:spPr>
        <p:txBody>
          <a:bodyPr wrap="square" lIns="0" rIns="0" tIns="0" bIns="0">
            <a:spAutoFit/>
          </a:bodyPr>
          <a:lstStyle/>
          <a:p>
            <a:pPr algn="l">
              <a:lnSpc>
                <a:spcPct val="116000"/>
              </a:lnSpc>
              <a:spcBef>
                <a:spcPts val="0"/>
              </a:spcBef>
              <a:spcAft>
                <a:spcPts val="400"/>
              </a:spcAft>
            </a:pPr>
            <a:r>
              <a:rPr sz="1700" b="0">
                <a:solidFill>
                  <a:srgbClr val="182236"/>
                </a:solidFill>
                <a:latin typeface="Arial"/>
                <a:ea typeface="Apple SD Gothic Neo"/>
              </a:rPr>
              <a:t>수량·상품이 달라지면</a:t>
            </a:r>
          </a:p>
          <a:p>
            <a:pPr algn="l">
              <a:lnSpc>
                <a:spcPct val="116000"/>
              </a:lnSpc>
              <a:spcBef>
                <a:spcPts val="0"/>
              </a:spcBef>
              <a:spcAft>
                <a:spcPts val="400"/>
              </a:spcAft>
            </a:pPr>
            <a:r>
              <a:rPr sz="1700" b="0">
                <a:solidFill>
                  <a:srgbClr val="182236"/>
                </a:solidFill>
                <a:latin typeface="Arial"/>
                <a:ea typeface="Apple SD Gothic Neo"/>
              </a:rPr>
              <a:t>기존 주문을 바꾸지 않음</a:t>
            </a:r>
          </a:p>
        </p:txBody>
      </p:sp>
      <p:sp>
        <p:nvSpPr>
          <p:cNvPr id="19" name="Rounded Rectangle 18"/>
          <p:cNvSpPr/>
          <p:nvPr/>
        </p:nvSpPr>
        <p:spPr>
          <a:xfrm>
            <a:off x="557784" y="5513832"/>
            <a:ext cx="11155680" cy="557784"/>
          </a:xfrm>
          <a:prstGeom prst="roundRect">
            <a:avLst>
              <a:gd name="adj" fmla="val 12000"/>
            </a:avLst>
          </a:prstGeom>
          <a:solidFill>
            <a:srgbClr val="EEE7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86384" y="5632704"/>
            <a:ext cx="10698480" cy="301752"/>
          </a:xfrm>
          <a:prstGeom prst="rect">
            <a:avLst/>
          </a:prstGeom>
          <a:noFill/>
        </p:spPr>
        <p:txBody>
          <a:bodyPr wrap="square" lIns="0" rIns="0" tIns="0" bIns="0">
            <a:spAutoFit/>
          </a:bodyPr>
          <a:lstStyle/>
          <a:p>
            <a:pPr algn="l">
              <a:lnSpc>
                <a:spcPct val="116000"/>
              </a:lnSpc>
              <a:spcBef>
                <a:spcPts val="0"/>
              </a:spcBef>
              <a:spcAft>
                <a:spcPts val="400"/>
              </a:spcAft>
            </a:pPr>
            <a:r>
              <a:rPr sz="1600" b="1">
                <a:solidFill>
                  <a:srgbClr val="182236"/>
                </a:solidFill>
                <a:latin typeface="Arial"/>
                <a:ea typeface="Apple SD Gothic Neo"/>
              </a:rPr>
              <a:t>수정 범위: 코드·테스트 4개 파일     |     결제·DB·인증·배포 변경 없음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727"/>
        </a:solidFill>
        <a:effectLst/>
      </p:bgPr>
    </p:bg>
    <p:spTree>
      <p:nvGrpSpPr>
        <p:cNvPr id="1" name=""/>
        <p:cNvGrpSpPr/>
        <p:nvPr/>
      </p:nvGrpSpPr>
      <p:grpSpPr/>
      <p:sp>
        <p:nvSpPr>
          <p:cNvPr id="2" name="TextBox 1"/>
          <p:cNvSpPr txBox="1"/>
          <p:nvPr/>
        </p:nvSpPr>
        <p:spPr>
          <a:xfrm>
            <a:off x="521207" y="310896"/>
            <a:ext cx="10698480" cy="256032"/>
          </a:xfrm>
          <a:prstGeom prst="rect">
            <a:avLst/>
          </a:prstGeom>
          <a:noFill/>
        </p:spPr>
        <p:txBody>
          <a:bodyPr wrap="square" lIns="0" rIns="0" tIns="0" bIns="0">
            <a:spAutoFit/>
          </a:bodyPr>
          <a:lstStyle/>
          <a:p>
            <a:pPr algn="l">
              <a:lnSpc>
                <a:spcPct val="116000"/>
              </a:lnSpc>
              <a:spcBef>
                <a:spcPts val="0"/>
              </a:spcBef>
              <a:spcAft>
                <a:spcPts val="200"/>
              </a:spcAft>
            </a:pPr>
            <a:r>
              <a:rPr sz="1000" b="1">
                <a:solidFill>
                  <a:srgbClr val="D6C1F0"/>
                </a:solidFill>
                <a:latin typeface="Arial"/>
                <a:ea typeface="Apple SD Gothic Neo"/>
              </a:rPr>
              <a:t>05  /  HOW THE COLLABORATION WORKS</a:t>
            </a:r>
          </a:p>
        </p:txBody>
      </p:sp>
      <p:sp>
        <p:nvSpPr>
          <p:cNvPr id="3" name="TextBox 2"/>
          <p:cNvSpPr txBox="1"/>
          <p:nvPr/>
        </p:nvSpPr>
        <p:spPr>
          <a:xfrm>
            <a:off x="521207" y="832104"/>
            <a:ext cx="11064240" cy="1170432"/>
          </a:xfrm>
          <a:prstGeom prst="rect">
            <a:avLst/>
          </a:prstGeom>
          <a:noFill/>
        </p:spPr>
        <p:txBody>
          <a:bodyPr wrap="square" lIns="0" rIns="0" tIns="0" bIns="0">
            <a:spAutoFit/>
          </a:bodyPr>
          <a:lstStyle/>
          <a:p>
            <a:pPr algn="l">
              <a:lnSpc>
                <a:spcPct val="109000"/>
              </a:lnSpc>
              <a:spcBef>
                <a:spcPts val="0"/>
              </a:spcBef>
              <a:spcAft>
                <a:spcPts val="400"/>
              </a:spcAft>
            </a:pPr>
            <a:r>
              <a:rPr sz="3200" b="1">
                <a:solidFill>
                  <a:srgbClr val="FFFFFF"/>
                </a:solidFill>
                <a:latin typeface="Arial"/>
                <a:ea typeface="Apple SD Gothic Neo"/>
              </a:rPr>
              <a:t>역할은 나누고,</a:t>
            </a:r>
          </a:p>
          <a:p>
            <a:pPr algn="l">
              <a:lnSpc>
                <a:spcPct val="109000"/>
              </a:lnSpc>
              <a:spcBef>
                <a:spcPts val="0"/>
              </a:spcBef>
              <a:spcAft>
                <a:spcPts val="400"/>
              </a:spcAft>
            </a:pPr>
            <a:r>
              <a:rPr sz="3200" b="1">
                <a:solidFill>
                  <a:srgbClr val="FFFFFF"/>
                </a:solidFill>
                <a:latin typeface="Arial"/>
                <a:ea typeface="Apple SD Gothic Neo"/>
              </a:rPr>
              <a:t>다음 역할에는 산출물을 넘깁니다.</a:t>
            </a:r>
          </a:p>
        </p:txBody>
      </p:sp>
      <p:cxnSp>
        <p:nvCxnSpPr>
          <p:cNvPr id="4" name="Connector 3"/>
          <p:cNvCxnSpPr/>
          <p:nvPr/>
        </p:nvCxnSpPr>
        <p:spPr>
          <a:xfrm>
            <a:off x="521207" y="6446520"/>
            <a:ext cx="11128249" cy="0"/>
          </a:xfrm>
          <a:prstGeom prst="line">
            <a:avLst/>
          </a:prstGeom>
          <a:ln w="8890">
            <a:solidFill>
              <a:srgbClr val="1A2439"/>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9496" y="6547104"/>
            <a:ext cx="8778240" cy="173736"/>
          </a:xfrm>
          <a:prstGeom prst="rect">
            <a:avLst/>
          </a:prstGeom>
          <a:noFill/>
        </p:spPr>
        <p:txBody>
          <a:bodyPr wrap="square" lIns="0" rIns="0" tIns="0" bIns="0">
            <a:spAutoFit/>
          </a:bodyPr>
          <a:lstStyle/>
          <a:p>
            <a:pPr algn="l">
              <a:lnSpc>
                <a:spcPct val="116000"/>
              </a:lnSpc>
              <a:spcBef>
                <a:spcPts val="0"/>
              </a:spcBef>
              <a:spcAft>
                <a:spcPts val="200"/>
              </a:spcAft>
            </a:pPr>
            <a:r>
              <a:rPr sz="850" b="0">
                <a:solidFill>
                  <a:srgbClr val="78859A"/>
                </a:solidFill>
                <a:latin typeface="Arial"/>
                <a:ea typeface="Apple SD Gothic Neo"/>
              </a:rPr>
              <a:t>GitHub Copilot  /  Agentic Development in Action</a:t>
            </a:r>
          </a:p>
        </p:txBody>
      </p:sp>
      <p:sp>
        <p:nvSpPr>
          <p:cNvPr id="6" name="TextBox 5"/>
          <p:cNvSpPr txBox="1"/>
          <p:nvPr/>
        </p:nvSpPr>
        <p:spPr>
          <a:xfrm>
            <a:off x="11064240" y="6510528"/>
            <a:ext cx="576072" cy="246888"/>
          </a:xfrm>
          <a:prstGeom prst="rect">
            <a:avLst/>
          </a:prstGeom>
          <a:noFill/>
        </p:spPr>
        <p:txBody>
          <a:bodyPr wrap="square" lIns="0" rIns="0" tIns="0" bIns="0">
            <a:spAutoFit/>
          </a:bodyPr>
          <a:lstStyle/>
          <a:p>
            <a:pPr algn="r">
              <a:lnSpc>
                <a:spcPct val="116000"/>
              </a:lnSpc>
              <a:spcBef>
                <a:spcPts val="0"/>
              </a:spcBef>
              <a:spcAft>
                <a:spcPts val="200"/>
              </a:spcAft>
            </a:pPr>
            <a:r>
              <a:rPr sz="1100" b="0">
                <a:solidFill>
                  <a:srgbClr val="B1BED3"/>
                </a:solidFill>
                <a:latin typeface="Arial"/>
                <a:ea typeface="Apple SD Gothic Neo"/>
              </a:rPr>
              <a:t>06</a:t>
            </a:r>
          </a:p>
        </p:txBody>
      </p:sp>
      <p:sp>
        <p:nvSpPr>
          <p:cNvPr id="7" name="Rounded Rectangle 6"/>
          <p:cNvSpPr/>
          <p:nvPr/>
        </p:nvSpPr>
        <p:spPr>
          <a:xfrm>
            <a:off x="548640" y="2468880"/>
            <a:ext cx="2404872" cy="2039112"/>
          </a:xfrm>
          <a:prstGeom prst="roundRect">
            <a:avLst>
              <a:gd name="adj" fmla="val 12000"/>
            </a:avLst>
          </a:prstGeom>
          <a:solidFill>
            <a:srgbClr val="1A243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31520" y="2706624"/>
            <a:ext cx="2029968" cy="438912"/>
          </a:xfrm>
          <a:prstGeom prst="rect">
            <a:avLst/>
          </a:prstGeom>
          <a:noFill/>
        </p:spPr>
        <p:txBody>
          <a:bodyPr wrap="square" lIns="0" rIns="0" tIns="0" bIns="0">
            <a:spAutoFit/>
          </a:bodyPr>
          <a:lstStyle/>
          <a:p>
            <a:pPr algn="l">
              <a:lnSpc>
                <a:spcPct val="116000"/>
              </a:lnSpc>
              <a:spcBef>
                <a:spcPts val="0"/>
              </a:spcBef>
              <a:spcAft>
                <a:spcPts val="400"/>
              </a:spcAft>
            </a:pPr>
            <a:r>
              <a:rPr sz="2000" b="1">
                <a:solidFill>
                  <a:srgbClr val="D6C1F0"/>
                </a:solidFill>
                <a:latin typeface="Arial"/>
                <a:ea typeface="Apple SD Gothic Neo"/>
              </a:rPr>
              <a:t>계획 Agent</a:t>
            </a:r>
          </a:p>
        </p:txBody>
      </p:sp>
      <p:sp>
        <p:nvSpPr>
          <p:cNvPr id="9" name="TextBox 8"/>
          <p:cNvSpPr txBox="1"/>
          <p:nvPr/>
        </p:nvSpPr>
        <p:spPr>
          <a:xfrm>
            <a:off x="731520" y="3310128"/>
            <a:ext cx="2029968" cy="731520"/>
          </a:xfrm>
          <a:prstGeom prst="rect">
            <a:avLst/>
          </a:prstGeom>
          <a:noFill/>
        </p:spPr>
        <p:txBody>
          <a:bodyPr wrap="square" lIns="0" rIns="0" tIns="0" bIns="0">
            <a:spAutoFit/>
          </a:bodyPr>
          <a:lstStyle/>
          <a:p>
            <a:pPr algn="l">
              <a:lnSpc>
                <a:spcPct val="116000"/>
              </a:lnSpc>
              <a:spcBef>
                <a:spcPts val="0"/>
              </a:spcBef>
              <a:spcAft>
                <a:spcPts val="400"/>
              </a:spcAft>
            </a:pPr>
            <a:r>
              <a:rPr sz="1700" b="0">
                <a:solidFill>
                  <a:srgbClr val="FFFFFF"/>
                </a:solidFill>
                <a:latin typeface="Arial"/>
                <a:ea typeface="Apple SD Gothic Neo"/>
              </a:rPr>
              <a:t>요청·코드 읽기</a:t>
            </a:r>
          </a:p>
          <a:p>
            <a:pPr algn="l">
              <a:lnSpc>
                <a:spcPct val="116000"/>
              </a:lnSpc>
              <a:spcBef>
                <a:spcPts val="0"/>
              </a:spcBef>
              <a:spcAft>
                <a:spcPts val="400"/>
              </a:spcAft>
            </a:pPr>
            <a:r>
              <a:rPr sz="1700" b="0">
                <a:solidFill>
                  <a:srgbClr val="FFFFFF"/>
                </a:solidFill>
                <a:latin typeface="Arial"/>
                <a:ea typeface="Apple SD Gothic Neo"/>
              </a:rPr>
              <a:t>해결 계획 제안</a:t>
            </a:r>
          </a:p>
        </p:txBody>
      </p:sp>
      <p:sp>
        <p:nvSpPr>
          <p:cNvPr id="10" name="TextBox 9"/>
          <p:cNvSpPr txBox="1"/>
          <p:nvPr/>
        </p:nvSpPr>
        <p:spPr>
          <a:xfrm>
            <a:off x="731520" y="4105656"/>
            <a:ext cx="2029968" cy="246888"/>
          </a:xfrm>
          <a:prstGeom prst="rect">
            <a:avLst/>
          </a:prstGeom>
          <a:noFill/>
        </p:spPr>
        <p:txBody>
          <a:bodyPr wrap="square" lIns="0" rIns="0" tIns="0" bIns="0">
            <a:spAutoFit/>
          </a:bodyPr>
          <a:lstStyle/>
          <a:p>
            <a:pPr algn="l">
              <a:lnSpc>
                <a:spcPct val="116000"/>
              </a:lnSpc>
              <a:spcBef>
                <a:spcPts val="0"/>
              </a:spcBef>
              <a:spcAft>
                <a:spcPts val="200"/>
              </a:spcAft>
            </a:pPr>
            <a:r>
              <a:rPr sz="1100" b="0">
                <a:solidFill>
                  <a:srgbClr val="B1BED3"/>
                </a:solidFill>
                <a:latin typeface="Arial"/>
                <a:ea typeface="Apple SD Gothic Neo"/>
              </a:rPr>
              <a:t>01-plan.md</a:t>
            </a:r>
          </a:p>
        </p:txBody>
      </p:sp>
      <p:sp>
        <p:nvSpPr>
          <p:cNvPr id="11" name="Chevron 10"/>
          <p:cNvSpPr/>
          <p:nvPr/>
        </p:nvSpPr>
        <p:spPr>
          <a:xfrm>
            <a:off x="3063240" y="3328416"/>
            <a:ext cx="283464" cy="283464"/>
          </a:xfrm>
          <a:prstGeom prst="chevron">
            <a:avLst/>
          </a:prstGeom>
          <a:solidFill>
            <a:srgbClr val="788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56432" y="2468880"/>
            <a:ext cx="2404872" cy="2039112"/>
          </a:xfrm>
          <a:prstGeom prst="roundRect">
            <a:avLst>
              <a:gd name="adj" fmla="val 12000"/>
            </a:avLst>
          </a:prstGeom>
          <a:solidFill>
            <a:srgbClr val="1A243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639312" y="2706624"/>
            <a:ext cx="2029968" cy="438912"/>
          </a:xfrm>
          <a:prstGeom prst="rect">
            <a:avLst/>
          </a:prstGeom>
          <a:noFill/>
        </p:spPr>
        <p:txBody>
          <a:bodyPr wrap="square" lIns="0" rIns="0" tIns="0" bIns="0">
            <a:spAutoFit/>
          </a:bodyPr>
          <a:lstStyle/>
          <a:p>
            <a:pPr algn="l">
              <a:lnSpc>
                <a:spcPct val="116000"/>
              </a:lnSpc>
              <a:spcBef>
                <a:spcPts val="0"/>
              </a:spcBef>
              <a:spcAft>
                <a:spcPts val="400"/>
              </a:spcAft>
            </a:pPr>
            <a:r>
              <a:rPr sz="2000" b="1">
                <a:solidFill>
                  <a:srgbClr val="D6C1F0"/>
                </a:solidFill>
                <a:latin typeface="Arial"/>
                <a:ea typeface="Apple SD Gothic Neo"/>
              </a:rPr>
              <a:t>구현 Agent</a:t>
            </a:r>
          </a:p>
        </p:txBody>
      </p:sp>
      <p:sp>
        <p:nvSpPr>
          <p:cNvPr id="14" name="TextBox 13"/>
          <p:cNvSpPr txBox="1"/>
          <p:nvPr/>
        </p:nvSpPr>
        <p:spPr>
          <a:xfrm>
            <a:off x="3639312" y="3310128"/>
            <a:ext cx="2029968" cy="731520"/>
          </a:xfrm>
          <a:prstGeom prst="rect">
            <a:avLst/>
          </a:prstGeom>
          <a:noFill/>
        </p:spPr>
        <p:txBody>
          <a:bodyPr wrap="square" lIns="0" rIns="0" tIns="0" bIns="0">
            <a:spAutoFit/>
          </a:bodyPr>
          <a:lstStyle/>
          <a:p>
            <a:pPr algn="l">
              <a:lnSpc>
                <a:spcPct val="116000"/>
              </a:lnSpc>
              <a:spcBef>
                <a:spcPts val="0"/>
              </a:spcBef>
              <a:spcAft>
                <a:spcPts val="400"/>
              </a:spcAft>
            </a:pPr>
            <a:r>
              <a:rPr sz="1700" b="0">
                <a:solidFill>
                  <a:srgbClr val="FFFFFF"/>
                </a:solidFill>
                <a:latin typeface="Arial"/>
                <a:ea typeface="Apple SD Gothic Neo"/>
              </a:rPr>
              <a:t>승인된 범위에서</a:t>
            </a:r>
          </a:p>
          <a:p>
            <a:pPr algn="l">
              <a:lnSpc>
                <a:spcPct val="116000"/>
              </a:lnSpc>
              <a:spcBef>
                <a:spcPts val="0"/>
              </a:spcBef>
              <a:spcAft>
                <a:spcPts val="400"/>
              </a:spcAft>
            </a:pPr>
            <a:r>
              <a:rPr sz="1700" b="0">
                <a:solidFill>
                  <a:srgbClr val="FFFFFF"/>
                </a:solidFill>
                <a:latin typeface="Arial"/>
                <a:ea typeface="Apple SD Gothic Neo"/>
              </a:rPr>
              <a:t>코드·테스트 변경</a:t>
            </a:r>
          </a:p>
        </p:txBody>
      </p:sp>
      <p:sp>
        <p:nvSpPr>
          <p:cNvPr id="15" name="TextBox 14"/>
          <p:cNvSpPr txBox="1"/>
          <p:nvPr/>
        </p:nvSpPr>
        <p:spPr>
          <a:xfrm>
            <a:off x="3639312" y="4105656"/>
            <a:ext cx="2029968" cy="246888"/>
          </a:xfrm>
          <a:prstGeom prst="rect">
            <a:avLst/>
          </a:prstGeom>
          <a:noFill/>
        </p:spPr>
        <p:txBody>
          <a:bodyPr wrap="square" lIns="0" rIns="0" tIns="0" bIns="0">
            <a:spAutoFit/>
          </a:bodyPr>
          <a:lstStyle/>
          <a:p>
            <a:pPr algn="l">
              <a:lnSpc>
                <a:spcPct val="116000"/>
              </a:lnSpc>
              <a:spcBef>
                <a:spcPts val="0"/>
              </a:spcBef>
              <a:spcAft>
                <a:spcPts val="200"/>
              </a:spcAft>
            </a:pPr>
            <a:r>
              <a:rPr sz="1100" b="0">
                <a:solidFill>
                  <a:srgbClr val="B1BED3"/>
                </a:solidFill>
                <a:latin typeface="Arial"/>
                <a:ea typeface="Apple SD Gothic Neo"/>
              </a:rPr>
              <a:t>02-diff.patch</a:t>
            </a:r>
          </a:p>
        </p:txBody>
      </p:sp>
      <p:sp>
        <p:nvSpPr>
          <p:cNvPr id="16" name="Chevron 15"/>
          <p:cNvSpPr/>
          <p:nvPr/>
        </p:nvSpPr>
        <p:spPr>
          <a:xfrm>
            <a:off x="5971032" y="3328416"/>
            <a:ext cx="283464" cy="283464"/>
          </a:xfrm>
          <a:prstGeom prst="chevron">
            <a:avLst/>
          </a:prstGeom>
          <a:solidFill>
            <a:srgbClr val="788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64224" y="2468880"/>
            <a:ext cx="2404872" cy="2039112"/>
          </a:xfrm>
          <a:prstGeom prst="roundRect">
            <a:avLst>
              <a:gd name="adj" fmla="val 12000"/>
            </a:avLst>
          </a:prstGeom>
          <a:solidFill>
            <a:srgbClr val="1A243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547104" y="2706624"/>
            <a:ext cx="2029968" cy="438912"/>
          </a:xfrm>
          <a:prstGeom prst="rect">
            <a:avLst/>
          </a:prstGeom>
          <a:noFill/>
        </p:spPr>
        <p:txBody>
          <a:bodyPr wrap="square" lIns="0" rIns="0" tIns="0" bIns="0">
            <a:spAutoFit/>
          </a:bodyPr>
          <a:lstStyle/>
          <a:p>
            <a:pPr algn="l">
              <a:lnSpc>
                <a:spcPct val="116000"/>
              </a:lnSpc>
              <a:spcBef>
                <a:spcPts val="0"/>
              </a:spcBef>
              <a:spcAft>
                <a:spcPts val="400"/>
              </a:spcAft>
            </a:pPr>
            <a:r>
              <a:rPr sz="2000" b="1">
                <a:solidFill>
                  <a:srgbClr val="64D5AF"/>
                </a:solidFill>
                <a:latin typeface="Arial"/>
                <a:ea typeface="Apple SD Gothic Neo"/>
              </a:rPr>
              <a:t>실제 테스트</a:t>
            </a:r>
          </a:p>
        </p:txBody>
      </p:sp>
      <p:sp>
        <p:nvSpPr>
          <p:cNvPr id="19" name="TextBox 18"/>
          <p:cNvSpPr txBox="1"/>
          <p:nvPr/>
        </p:nvSpPr>
        <p:spPr>
          <a:xfrm>
            <a:off x="6547104" y="3310128"/>
            <a:ext cx="2029968" cy="731520"/>
          </a:xfrm>
          <a:prstGeom prst="rect">
            <a:avLst/>
          </a:prstGeom>
          <a:noFill/>
        </p:spPr>
        <p:txBody>
          <a:bodyPr wrap="square" lIns="0" rIns="0" tIns="0" bIns="0">
            <a:spAutoFit/>
          </a:bodyPr>
          <a:lstStyle/>
          <a:p>
            <a:pPr algn="l">
              <a:lnSpc>
                <a:spcPct val="116000"/>
              </a:lnSpc>
              <a:spcBef>
                <a:spcPts val="0"/>
              </a:spcBef>
              <a:spcAft>
                <a:spcPts val="400"/>
              </a:spcAft>
            </a:pPr>
            <a:r>
              <a:rPr sz="1700" b="0">
                <a:solidFill>
                  <a:srgbClr val="FFFFFF"/>
                </a:solidFill>
                <a:latin typeface="Arial"/>
                <a:ea typeface="Apple SD Gothic Neo"/>
              </a:rPr>
              <a:t>정해 둔 조건을</a:t>
            </a:r>
          </a:p>
          <a:p>
            <a:pPr algn="l">
              <a:lnSpc>
                <a:spcPct val="116000"/>
              </a:lnSpc>
              <a:spcBef>
                <a:spcPts val="0"/>
              </a:spcBef>
              <a:spcAft>
                <a:spcPts val="400"/>
              </a:spcAft>
            </a:pPr>
            <a:r>
              <a:rPr sz="1700" b="0">
                <a:solidFill>
                  <a:srgbClr val="FFFFFF"/>
                </a:solidFill>
                <a:latin typeface="Arial"/>
                <a:ea typeface="Apple SD Gothic Neo"/>
              </a:rPr>
              <a:t>실행해 결과 기록</a:t>
            </a:r>
          </a:p>
        </p:txBody>
      </p:sp>
      <p:sp>
        <p:nvSpPr>
          <p:cNvPr id="20" name="TextBox 19"/>
          <p:cNvSpPr txBox="1"/>
          <p:nvPr/>
        </p:nvSpPr>
        <p:spPr>
          <a:xfrm>
            <a:off x="6547104" y="4105656"/>
            <a:ext cx="2029968" cy="246888"/>
          </a:xfrm>
          <a:prstGeom prst="rect">
            <a:avLst/>
          </a:prstGeom>
          <a:noFill/>
        </p:spPr>
        <p:txBody>
          <a:bodyPr wrap="square" lIns="0" rIns="0" tIns="0" bIns="0">
            <a:spAutoFit/>
          </a:bodyPr>
          <a:lstStyle/>
          <a:p>
            <a:pPr algn="l">
              <a:lnSpc>
                <a:spcPct val="116000"/>
              </a:lnSpc>
              <a:spcBef>
                <a:spcPts val="0"/>
              </a:spcBef>
              <a:spcAft>
                <a:spcPts val="200"/>
              </a:spcAft>
            </a:pPr>
            <a:r>
              <a:rPr sz="1100" b="0">
                <a:solidFill>
                  <a:srgbClr val="B1BED3"/>
                </a:solidFill>
                <a:latin typeface="Arial"/>
                <a:ea typeface="Apple SD Gothic Neo"/>
              </a:rPr>
              <a:t>03-tests.tap</a:t>
            </a:r>
          </a:p>
        </p:txBody>
      </p:sp>
      <p:sp>
        <p:nvSpPr>
          <p:cNvPr id="21" name="Chevron 20"/>
          <p:cNvSpPr/>
          <p:nvPr/>
        </p:nvSpPr>
        <p:spPr>
          <a:xfrm>
            <a:off x="8878824" y="3328416"/>
            <a:ext cx="283464" cy="283464"/>
          </a:xfrm>
          <a:prstGeom prst="chevron">
            <a:avLst/>
          </a:prstGeom>
          <a:solidFill>
            <a:srgbClr val="788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272016" y="2468880"/>
            <a:ext cx="2404872" cy="2039112"/>
          </a:xfrm>
          <a:prstGeom prst="roundRect">
            <a:avLst>
              <a:gd name="adj" fmla="val 12000"/>
            </a:avLst>
          </a:prstGeom>
          <a:solidFill>
            <a:srgbClr val="1A243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9454896" y="2706624"/>
            <a:ext cx="2029968" cy="438912"/>
          </a:xfrm>
          <a:prstGeom prst="rect">
            <a:avLst/>
          </a:prstGeom>
          <a:noFill/>
        </p:spPr>
        <p:txBody>
          <a:bodyPr wrap="square" lIns="0" rIns="0" tIns="0" bIns="0">
            <a:spAutoFit/>
          </a:bodyPr>
          <a:lstStyle/>
          <a:p>
            <a:pPr algn="l">
              <a:lnSpc>
                <a:spcPct val="116000"/>
              </a:lnSpc>
              <a:spcBef>
                <a:spcPts val="0"/>
              </a:spcBef>
              <a:spcAft>
                <a:spcPts val="400"/>
              </a:spcAft>
            </a:pPr>
            <a:r>
              <a:rPr sz="2000" b="1">
                <a:solidFill>
                  <a:srgbClr val="D6C1F0"/>
                </a:solidFill>
                <a:latin typeface="Arial"/>
                <a:ea typeface="Apple SD Gothic Neo"/>
              </a:rPr>
              <a:t>검토 Agent</a:t>
            </a:r>
          </a:p>
        </p:txBody>
      </p:sp>
      <p:sp>
        <p:nvSpPr>
          <p:cNvPr id="24" name="TextBox 23"/>
          <p:cNvSpPr txBox="1"/>
          <p:nvPr/>
        </p:nvSpPr>
        <p:spPr>
          <a:xfrm>
            <a:off x="9454896" y="3310128"/>
            <a:ext cx="2029968" cy="731520"/>
          </a:xfrm>
          <a:prstGeom prst="rect">
            <a:avLst/>
          </a:prstGeom>
          <a:noFill/>
        </p:spPr>
        <p:txBody>
          <a:bodyPr wrap="square" lIns="0" rIns="0" tIns="0" bIns="0">
            <a:spAutoFit/>
          </a:bodyPr>
          <a:lstStyle/>
          <a:p>
            <a:pPr algn="l">
              <a:lnSpc>
                <a:spcPct val="116000"/>
              </a:lnSpc>
              <a:spcBef>
                <a:spcPts val="0"/>
              </a:spcBef>
              <a:spcAft>
                <a:spcPts val="400"/>
              </a:spcAft>
            </a:pPr>
            <a:r>
              <a:rPr sz="1700" b="0">
                <a:solidFill>
                  <a:srgbClr val="FFFFFF"/>
                </a:solidFill>
                <a:latin typeface="Arial"/>
                <a:ea typeface="Apple SD Gothic Neo"/>
              </a:rPr>
              <a:t>변경·실행 근거 읽기</a:t>
            </a:r>
          </a:p>
          <a:p>
            <a:pPr algn="l">
              <a:lnSpc>
                <a:spcPct val="116000"/>
              </a:lnSpc>
              <a:spcBef>
                <a:spcPts val="0"/>
              </a:spcBef>
              <a:spcAft>
                <a:spcPts val="400"/>
              </a:spcAft>
            </a:pPr>
            <a:r>
              <a:rPr sz="1700" b="0">
                <a:solidFill>
                  <a:srgbClr val="FFFFFF"/>
                </a:solidFill>
                <a:latin typeface="Arial"/>
                <a:ea typeface="Apple SD Gothic Neo"/>
              </a:rPr>
              <a:t>위험·누락 검토</a:t>
            </a:r>
          </a:p>
        </p:txBody>
      </p:sp>
      <p:sp>
        <p:nvSpPr>
          <p:cNvPr id="25" name="TextBox 24"/>
          <p:cNvSpPr txBox="1"/>
          <p:nvPr/>
        </p:nvSpPr>
        <p:spPr>
          <a:xfrm>
            <a:off x="9454896" y="4105656"/>
            <a:ext cx="2029968" cy="246888"/>
          </a:xfrm>
          <a:prstGeom prst="rect">
            <a:avLst/>
          </a:prstGeom>
          <a:noFill/>
        </p:spPr>
        <p:txBody>
          <a:bodyPr wrap="square" lIns="0" rIns="0" tIns="0" bIns="0">
            <a:spAutoFit/>
          </a:bodyPr>
          <a:lstStyle/>
          <a:p>
            <a:pPr algn="l">
              <a:lnSpc>
                <a:spcPct val="116000"/>
              </a:lnSpc>
              <a:spcBef>
                <a:spcPts val="0"/>
              </a:spcBef>
              <a:spcAft>
                <a:spcPts val="200"/>
              </a:spcAft>
            </a:pPr>
            <a:r>
              <a:rPr sz="1100" b="0">
                <a:solidFill>
                  <a:srgbClr val="B1BED3"/>
                </a:solidFill>
                <a:latin typeface="Arial"/>
                <a:ea typeface="Apple SD Gothic Neo"/>
              </a:rPr>
              <a:t>04-review.md</a:t>
            </a:r>
          </a:p>
        </p:txBody>
      </p:sp>
      <p:sp>
        <p:nvSpPr>
          <p:cNvPr id="26" name="Rounded Rectangle 25"/>
          <p:cNvSpPr/>
          <p:nvPr/>
        </p:nvSpPr>
        <p:spPr>
          <a:xfrm>
            <a:off x="548640" y="4846320"/>
            <a:ext cx="5349240" cy="704088"/>
          </a:xfrm>
          <a:prstGeom prst="roundRect">
            <a:avLst>
              <a:gd name="adj" fmla="val 12000"/>
            </a:avLst>
          </a:prstGeom>
          <a:solidFill>
            <a:srgbClr val="30271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777240" y="5029200"/>
            <a:ext cx="4937760" cy="329184"/>
          </a:xfrm>
          <a:prstGeom prst="rect">
            <a:avLst/>
          </a:prstGeom>
          <a:noFill/>
        </p:spPr>
        <p:txBody>
          <a:bodyPr wrap="square" lIns="0" rIns="0" tIns="0" bIns="0">
            <a:spAutoFit/>
          </a:bodyPr>
          <a:lstStyle/>
          <a:p>
            <a:pPr algn="l">
              <a:lnSpc>
                <a:spcPct val="116000"/>
              </a:lnSpc>
              <a:spcBef>
                <a:spcPts val="0"/>
              </a:spcBef>
              <a:spcAft>
                <a:spcPts val="400"/>
              </a:spcAft>
            </a:pPr>
            <a:r>
              <a:rPr sz="1800" b="1">
                <a:solidFill>
                  <a:srgbClr val="F0C083"/>
                </a:solidFill>
                <a:latin typeface="Arial"/>
                <a:ea typeface="Apple SD Gothic Neo"/>
              </a:rPr>
              <a:t>사람 ①  구현 전 범위·완료 기준 승인</a:t>
            </a:r>
          </a:p>
        </p:txBody>
      </p:sp>
      <p:sp>
        <p:nvSpPr>
          <p:cNvPr id="28" name="Rounded Rectangle 27"/>
          <p:cNvSpPr/>
          <p:nvPr/>
        </p:nvSpPr>
        <p:spPr>
          <a:xfrm>
            <a:off x="6144768" y="4846320"/>
            <a:ext cx="5431536" cy="704088"/>
          </a:xfrm>
          <a:prstGeom prst="roundRect">
            <a:avLst>
              <a:gd name="adj" fmla="val 12000"/>
            </a:avLst>
          </a:prstGeom>
          <a:solidFill>
            <a:srgbClr val="30271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373368" y="5029200"/>
            <a:ext cx="4983480" cy="329184"/>
          </a:xfrm>
          <a:prstGeom prst="rect">
            <a:avLst/>
          </a:prstGeom>
          <a:noFill/>
        </p:spPr>
        <p:txBody>
          <a:bodyPr wrap="square" lIns="0" rIns="0" tIns="0" bIns="0">
            <a:spAutoFit/>
          </a:bodyPr>
          <a:lstStyle/>
          <a:p>
            <a:pPr algn="l">
              <a:lnSpc>
                <a:spcPct val="116000"/>
              </a:lnSpc>
              <a:spcBef>
                <a:spcPts val="0"/>
              </a:spcBef>
              <a:spcAft>
                <a:spcPts val="400"/>
              </a:spcAft>
            </a:pPr>
            <a:r>
              <a:rPr sz="1800" b="1">
                <a:solidFill>
                  <a:srgbClr val="F0C083"/>
                </a:solidFill>
                <a:latin typeface="Arial"/>
                <a:ea typeface="Apple SD Gothic Neo"/>
              </a:rPr>
              <a:t>사람 ②  검토 후 출시 여부 판단</a:t>
            </a:r>
          </a:p>
        </p:txBody>
      </p:sp>
      <p:sp>
        <p:nvSpPr>
          <p:cNvPr id="30" name="TextBox 29"/>
          <p:cNvSpPr txBox="1"/>
          <p:nvPr/>
        </p:nvSpPr>
        <p:spPr>
          <a:xfrm>
            <a:off x="566928" y="5897880"/>
            <a:ext cx="10972800" cy="320040"/>
          </a:xfrm>
          <a:prstGeom prst="rect">
            <a:avLst/>
          </a:prstGeom>
          <a:noFill/>
        </p:spPr>
        <p:txBody>
          <a:bodyPr wrap="square" lIns="0" rIns="0" tIns="0" bIns="0">
            <a:spAutoFit/>
          </a:bodyPr>
          <a:lstStyle/>
          <a:p>
            <a:pPr algn="l">
              <a:lnSpc>
                <a:spcPct val="116000"/>
              </a:lnSpc>
              <a:spcBef>
                <a:spcPts val="0"/>
              </a:spcBef>
              <a:spcAft>
                <a:spcPts val="200"/>
              </a:spcAft>
            </a:pPr>
            <a:r>
              <a:rPr sz="1400" b="0">
                <a:solidFill>
                  <a:srgbClr val="B1BED3"/>
                </a:solidFill>
                <a:latin typeface="Arial"/>
                <a:ea typeface="Apple SD Gothic Neo"/>
              </a:rPr>
              <a:t>파일 기반 협업 설계입니다. A2A 프로토콜 연결이 아닙니다. 테스트는 AI의 자기평가가 아닙니다.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521207" y="310896"/>
            <a:ext cx="10698480" cy="256032"/>
          </a:xfrm>
          <a:prstGeom prst="rect">
            <a:avLst/>
          </a:prstGeom>
          <a:noFill/>
        </p:spPr>
        <p:txBody>
          <a:bodyPr wrap="square" lIns="0" rIns="0" tIns="0" bIns="0">
            <a:spAutoFit/>
          </a:bodyPr>
          <a:lstStyle/>
          <a:p>
            <a:pPr algn="l">
              <a:lnSpc>
                <a:spcPct val="116000"/>
              </a:lnSpc>
              <a:spcBef>
                <a:spcPts val="0"/>
              </a:spcBef>
              <a:spcAft>
                <a:spcPts val="200"/>
              </a:spcAft>
            </a:pPr>
            <a:r>
              <a:rPr sz="1000" b="1">
                <a:solidFill>
                  <a:srgbClr val="A783D7"/>
                </a:solidFill>
                <a:latin typeface="Arial"/>
                <a:ea typeface="Apple SD Gothic Neo"/>
              </a:rPr>
              <a:t>06  /  DEMONSTRATION</a:t>
            </a:r>
          </a:p>
        </p:txBody>
      </p:sp>
      <p:sp>
        <p:nvSpPr>
          <p:cNvPr id="3" name="TextBox 2"/>
          <p:cNvSpPr txBox="1"/>
          <p:nvPr/>
        </p:nvSpPr>
        <p:spPr>
          <a:xfrm>
            <a:off x="521207" y="832104"/>
            <a:ext cx="11064240" cy="1170432"/>
          </a:xfrm>
          <a:prstGeom prst="rect">
            <a:avLst/>
          </a:prstGeom>
          <a:noFill/>
        </p:spPr>
        <p:txBody>
          <a:bodyPr wrap="square" lIns="0" rIns="0" tIns="0" bIns="0">
            <a:spAutoFit/>
          </a:bodyPr>
          <a:lstStyle/>
          <a:p>
            <a:pPr algn="l">
              <a:lnSpc>
                <a:spcPct val="109000"/>
              </a:lnSpc>
              <a:spcBef>
                <a:spcPts val="0"/>
              </a:spcBef>
              <a:spcAft>
                <a:spcPts val="400"/>
              </a:spcAft>
            </a:pPr>
            <a:r>
              <a:rPr sz="3200" b="1">
                <a:solidFill>
                  <a:srgbClr val="182236"/>
                </a:solidFill>
                <a:latin typeface="Arial"/>
                <a:ea typeface="Apple SD Gothic Neo"/>
              </a:rPr>
              <a:t>세 장면만 확인해 주세요.</a:t>
            </a:r>
          </a:p>
        </p:txBody>
      </p:sp>
      <p:sp>
        <p:nvSpPr>
          <p:cNvPr id="4" name="TextBox 3"/>
          <p:cNvSpPr txBox="1"/>
          <p:nvPr/>
        </p:nvSpPr>
        <p:spPr>
          <a:xfrm>
            <a:off x="539496" y="1865376"/>
            <a:ext cx="10972800" cy="411480"/>
          </a:xfrm>
          <a:prstGeom prst="rect">
            <a:avLst/>
          </a:prstGeom>
          <a:noFill/>
        </p:spPr>
        <p:txBody>
          <a:bodyPr wrap="square" lIns="0" rIns="0" tIns="0" bIns="0">
            <a:spAutoFit/>
          </a:bodyPr>
          <a:lstStyle/>
          <a:p>
            <a:pPr algn="l">
              <a:lnSpc>
                <a:spcPct val="116000"/>
              </a:lnSpc>
              <a:spcBef>
                <a:spcPts val="0"/>
              </a:spcBef>
              <a:spcAft>
                <a:spcPts val="400"/>
              </a:spcAft>
            </a:pPr>
            <a:r>
              <a:rPr sz="1600" b="0">
                <a:solidFill>
                  <a:srgbClr val="78859A"/>
                </a:solidFill>
                <a:latin typeface="Arial"/>
                <a:ea typeface="Apple SD Gothic Neo"/>
              </a:rPr>
              <a:t>코드를 읽지 않아도, 고객 화면과 업무 근거로 결과를 판단할 수 있습니다.</a:t>
            </a:r>
          </a:p>
        </p:txBody>
      </p:sp>
      <p:cxnSp>
        <p:nvCxnSpPr>
          <p:cNvPr id="5" name="Connector 4"/>
          <p:cNvCxnSpPr/>
          <p:nvPr/>
        </p:nvCxnSpPr>
        <p:spPr>
          <a:xfrm>
            <a:off x="521207" y="6446520"/>
            <a:ext cx="11128249" cy="0"/>
          </a:xfrm>
          <a:prstGeom prst="line">
            <a:avLst/>
          </a:prstGeom>
          <a:ln w="8890">
            <a:solidFill>
              <a:srgbClr val="DCE2EC"/>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39496" y="6547104"/>
            <a:ext cx="8778240" cy="173736"/>
          </a:xfrm>
          <a:prstGeom prst="rect">
            <a:avLst/>
          </a:prstGeom>
          <a:noFill/>
        </p:spPr>
        <p:txBody>
          <a:bodyPr wrap="square" lIns="0" rIns="0" tIns="0" bIns="0">
            <a:spAutoFit/>
          </a:bodyPr>
          <a:lstStyle/>
          <a:p>
            <a:pPr algn="l">
              <a:lnSpc>
                <a:spcPct val="116000"/>
              </a:lnSpc>
              <a:spcBef>
                <a:spcPts val="0"/>
              </a:spcBef>
              <a:spcAft>
                <a:spcPts val="200"/>
              </a:spcAft>
            </a:pPr>
            <a:r>
              <a:rPr sz="850" b="0">
                <a:solidFill>
                  <a:srgbClr val="78859A"/>
                </a:solidFill>
                <a:latin typeface="Arial"/>
                <a:ea typeface="Apple SD Gothic Neo"/>
              </a:rPr>
              <a:t>GitHub Copilot  /  Agentic Development in Action</a:t>
            </a:r>
          </a:p>
        </p:txBody>
      </p:sp>
      <p:sp>
        <p:nvSpPr>
          <p:cNvPr id="7" name="TextBox 6"/>
          <p:cNvSpPr txBox="1"/>
          <p:nvPr/>
        </p:nvSpPr>
        <p:spPr>
          <a:xfrm>
            <a:off x="11064240" y="6510528"/>
            <a:ext cx="576072" cy="246888"/>
          </a:xfrm>
          <a:prstGeom prst="rect">
            <a:avLst/>
          </a:prstGeom>
          <a:noFill/>
        </p:spPr>
        <p:txBody>
          <a:bodyPr wrap="square" lIns="0" rIns="0" tIns="0" bIns="0">
            <a:spAutoFit/>
          </a:bodyPr>
          <a:lstStyle/>
          <a:p>
            <a:pPr algn="r">
              <a:lnSpc>
                <a:spcPct val="116000"/>
              </a:lnSpc>
              <a:spcBef>
                <a:spcPts val="0"/>
              </a:spcBef>
              <a:spcAft>
                <a:spcPts val="200"/>
              </a:spcAft>
            </a:pPr>
            <a:r>
              <a:rPr sz="1100" b="0">
                <a:solidFill>
                  <a:srgbClr val="78859A"/>
                </a:solidFill>
                <a:latin typeface="Arial"/>
                <a:ea typeface="Apple SD Gothic Neo"/>
              </a:rPr>
              <a:t>07</a:t>
            </a:r>
          </a:p>
        </p:txBody>
      </p:sp>
      <p:sp>
        <p:nvSpPr>
          <p:cNvPr id="8" name="Rounded Rectangle 7"/>
          <p:cNvSpPr/>
          <p:nvPr/>
        </p:nvSpPr>
        <p:spPr>
          <a:xfrm>
            <a:off x="557784" y="2532888"/>
            <a:ext cx="3575304" cy="2980944"/>
          </a:xfrm>
          <a:prstGeom prst="roundRect">
            <a:avLst>
              <a:gd name="adj" fmla="val 12000"/>
            </a:avLst>
          </a:prstGeom>
          <a:solidFill>
            <a:srgbClr val="FFFFFF"/>
          </a:solidFill>
          <a:ln w="10160">
            <a:solidFill>
              <a:srgbClr val="DCE2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95528" y="2752344"/>
            <a:ext cx="3081528" cy="438912"/>
          </a:xfrm>
          <a:prstGeom prst="rect">
            <a:avLst/>
          </a:prstGeom>
          <a:noFill/>
        </p:spPr>
        <p:txBody>
          <a:bodyPr wrap="square" lIns="0" rIns="0" tIns="0" bIns="0">
            <a:spAutoFit/>
          </a:bodyPr>
          <a:lstStyle/>
          <a:p>
            <a:pPr algn="l">
              <a:lnSpc>
                <a:spcPct val="116000"/>
              </a:lnSpc>
              <a:spcBef>
                <a:spcPts val="0"/>
              </a:spcBef>
              <a:spcAft>
                <a:spcPts val="400"/>
              </a:spcAft>
            </a:pPr>
            <a:r>
              <a:rPr sz="2000" b="1">
                <a:solidFill>
                  <a:srgbClr val="D36C78"/>
                </a:solidFill>
                <a:latin typeface="Arial"/>
                <a:ea typeface="Apple SD Gothic Neo"/>
              </a:rPr>
              <a:t>01</a:t>
            </a:r>
          </a:p>
        </p:txBody>
      </p:sp>
      <p:sp>
        <p:nvSpPr>
          <p:cNvPr id="10" name="TextBox 9"/>
          <p:cNvSpPr txBox="1"/>
          <p:nvPr/>
        </p:nvSpPr>
        <p:spPr>
          <a:xfrm>
            <a:off x="795528" y="3429000"/>
            <a:ext cx="3081528" cy="493776"/>
          </a:xfrm>
          <a:prstGeom prst="rect">
            <a:avLst/>
          </a:prstGeom>
          <a:noFill/>
        </p:spPr>
        <p:txBody>
          <a:bodyPr wrap="square" lIns="0" rIns="0" tIns="0" bIns="0">
            <a:spAutoFit/>
          </a:bodyPr>
          <a:lstStyle/>
          <a:p>
            <a:pPr algn="l">
              <a:lnSpc>
                <a:spcPct val="116000"/>
              </a:lnSpc>
              <a:spcBef>
                <a:spcPts val="0"/>
              </a:spcBef>
              <a:spcAft>
                <a:spcPts val="400"/>
              </a:spcAft>
            </a:pPr>
            <a:r>
              <a:rPr sz="2500" b="1">
                <a:solidFill>
                  <a:srgbClr val="182236"/>
                </a:solidFill>
                <a:latin typeface="Arial"/>
                <a:ea typeface="Apple SD Gothic Neo"/>
              </a:rPr>
              <a:t>문제 재현</a:t>
            </a:r>
          </a:p>
        </p:txBody>
      </p:sp>
      <p:sp>
        <p:nvSpPr>
          <p:cNvPr id="11" name="TextBox 10"/>
          <p:cNvSpPr txBox="1"/>
          <p:nvPr/>
        </p:nvSpPr>
        <p:spPr>
          <a:xfrm>
            <a:off x="795528" y="4206240"/>
            <a:ext cx="3081528" cy="914400"/>
          </a:xfrm>
          <a:prstGeom prst="rect">
            <a:avLst/>
          </a:prstGeom>
          <a:noFill/>
        </p:spPr>
        <p:txBody>
          <a:bodyPr wrap="square" lIns="0" rIns="0" tIns="0" bIns="0">
            <a:spAutoFit/>
          </a:bodyPr>
          <a:lstStyle/>
          <a:p>
            <a:pPr algn="l">
              <a:lnSpc>
                <a:spcPct val="116000"/>
              </a:lnSpc>
              <a:spcBef>
                <a:spcPts val="0"/>
              </a:spcBef>
              <a:spcAft>
                <a:spcPts val="400"/>
              </a:spcAft>
            </a:pPr>
            <a:r>
              <a:rPr sz="2100" b="0">
                <a:solidFill>
                  <a:srgbClr val="78859A"/>
                </a:solidFill>
                <a:latin typeface="Arial"/>
                <a:ea typeface="Apple SD Gothic Neo"/>
              </a:rPr>
              <a:t>같은 요청 2회</a:t>
            </a:r>
          </a:p>
          <a:p>
            <a:pPr algn="l">
              <a:lnSpc>
                <a:spcPct val="116000"/>
              </a:lnSpc>
              <a:spcBef>
                <a:spcPts val="0"/>
              </a:spcBef>
              <a:spcAft>
                <a:spcPts val="400"/>
              </a:spcAft>
            </a:pPr>
            <a:r>
              <a:rPr sz="2100" b="0">
                <a:solidFill>
                  <a:srgbClr val="78859A"/>
                </a:solidFill>
                <a:latin typeface="Arial"/>
                <a:ea typeface="Apple SD Gothic Neo"/>
              </a:rPr>
              <a:t>주문 2건</a:t>
            </a:r>
          </a:p>
        </p:txBody>
      </p:sp>
      <p:sp>
        <p:nvSpPr>
          <p:cNvPr id="12" name="Rounded Rectangle 11"/>
          <p:cNvSpPr/>
          <p:nvPr/>
        </p:nvSpPr>
        <p:spPr>
          <a:xfrm>
            <a:off x="4361688" y="2532888"/>
            <a:ext cx="3575304" cy="2980944"/>
          </a:xfrm>
          <a:prstGeom prst="roundRect">
            <a:avLst>
              <a:gd name="adj" fmla="val 12000"/>
            </a:avLst>
          </a:prstGeom>
          <a:solidFill>
            <a:srgbClr val="FFFFFF"/>
          </a:solidFill>
          <a:ln w="10160">
            <a:solidFill>
              <a:srgbClr val="DCE2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599432" y="2752344"/>
            <a:ext cx="3081528" cy="438912"/>
          </a:xfrm>
          <a:prstGeom prst="rect">
            <a:avLst/>
          </a:prstGeom>
          <a:noFill/>
        </p:spPr>
        <p:txBody>
          <a:bodyPr wrap="square" lIns="0" rIns="0" tIns="0" bIns="0">
            <a:spAutoFit/>
          </a:bodyPr>
          <a:lstStyle/>
          <a:p>
            <a:pPr algn="l">
              <a:lnSpc>
                <a:spcPct val="116000"/>
              </a:lnSpc>
              <a:spcBef>
                <a:spcPts val="0"/>
              </a:spcBef>
              <a:spcAft>
                <a:spcPts val="400"/>
              </a:spcAft>
            </a:pPr>
            <a:r>
              <a:rPr sz="2000" b="1">
                <a:solidFill>
                  <a:srgbClr val="267F62"/>
                </a:solidFill>
                <a:latin typeface="Arial"/>
                <a:ea typeface="Apple SD Gothic Neo"/>
              </a:rPr>
              <a:t>02</a:t>
            </a:r>
          </a:p>
        </p:txBody>
      </p:sp>
      <p:sp>
        <p:nvSpPr>
          <p:cNvPr id="14" name="TextBox 13"/>
          <p:cNvSpPr txBox="1"/>
          <p:nvPr/>
        </p:nvSpPr>
        <p:spPr>
          <a:xfrm>
            <a:off x="4599432" y="3429000"/>
            <a:ext cx="3081528" cy="493776"/>
          </a:xfrm>
          <a:prstGeom prst="rect">
            <a:avLst/>
          </a:prstGeom>
          <a:noFill/>
        </p:spPr>
        <p:txBody>
          <a:bodyPr wrap="square" lIns="0" rIns="0" tIns="0" bIns="0">
            <a:spAutoFit/>
          </a:bodyPr>
          <a:lstStyle/>
          <a:p>
            <a:pPr algn="l">
              <a:lnSpc>
                <a:spcPct val="116000"/>
              </a:lnSpc>
              <a:spcBef>
                <a:spcPts val="0"/>
              </a:spcBef>
              <a:spcAft>
                <a:spcPts val="400"/>
              </a:spcAft>
            </a:pPr>
            <a:r>
              <a:rPr sz="2500" b="1">
                <a:solidFill>
                  <a:srgbClr val="182236"/>
                </a:solidFill>
                <a:latin typeface="Arial"/>
                <a:ea typeface="Apple SD Gothic Neo"/>
              </a:rPr>
              <a:t>수정 후 비교</a:t>
            </a:r>
          </a:p>
        </p:txBody>
      </p:sp>
      <p:sp>
        <p:nvSpPr>
          <p:cNvPr id="15" name="TextBox 14"/>
          <p:cNvSpPr txBox="1"/>
          <p:nvPr/>
        </p:nvSpPr>
        <p:spPr>
          <a:xfrm>
            <a:off x="4599432" y="4206240"/>
            <a:ext cx="3081528" cy="914400"/>
          </a:xfrm>
          <a:prstGeom prst="rect">
            <a:avLst/>
          </a:prstGeom>
          <a:noFill/>
        </p:spPr>
        <p:txBody>
          <a:bodyPr wrap="square" lIns="0" rIns="0" tIns="0" bIns="0">
            <a:spAutoFit/>
          </a:bodyPr>
          <a:lstStyle/>
          <a:p>
            <a:pPr algn="l">
              <a:lnSpc>
                <a:spcPct val="116000"/>
              </a:lnSpc>
              <a:spcBef>
                <a:spcPts val="0"/>
              </a:spcBef>
              <a:spcAft>
                <a:spcPts val="400"/>
              </a:spcAft>
            </a:pPr>
            <a:r>
              <a:rPr sz="2100" b="0">
                <a:solidFill>
                  <a:srgbClr val="78859A"/>
                </a:solidFill>
                <a:latin typeface="Arial"/>
                <a:ea typeface="Apple SD Gothic Neo"/>
              </a:rPr>
              <a:t>같은 요청 2회</a:t>
            </a:r>
          </a:p>
          <a:p>
            <a:pPr algn="l">
              <a:lnSpc>
                <a:spcPct val="116000"/>
              </a:lnSpc>
              <a:spcBef>
                <a:spcPts val="0"/>
              </a:spcBef>
              <a:spcAft>
                <a:spcPts val="400"/>
              </a:spcAft>
            </a:pPr>
            <a:r>
              <a:rPr sz="2100" b="0">
                <a:solidFill>
                  <a:srgbClr val="78859A"/>
                </a:solidFill>
                <a:latin typeface="Arial"/>
                <a:ea typeface="Apple SD Gothic Neo"/>
              </a:rPr>
              <a:t>주문 1건</a:t>
            </a:r>
          </a:p>
        </p:txBody>
      </p:sp>
      <p:sp>
        <p:nvSpPr>
          <p:cNvPr id="16" name="Rounded Rectangle 15"/>
          <p:cNvSpPr/>
          <p:nvPr/>
        </p:nvSpPr>
        <p:spPr>
          <a:xfrm>
            <a:off x="8165592" y="2532888"/>
            <a:ext cx="3575304" cy="2980944"/>
          </a:xfrm>
          <a:prstGeom prst="roundRect">
            <a:avLst>
              <a:gd name="adj" fmla="val 12000"/>
            </a:avLst>
          </a:prstGeom>
          <a:solidFill>
            <a:srgbClr val="FFFFFF"/>
          </a:solidFill>
          <a:ln w="10160">
            <a:solidFill>
              <a:srgbClr val="DCE2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403336" y="2752344"/>
            <a:ext cx="3081528" cy="438912"/>
          </a:xfrm>
          <a:prstGeom prst="rect">
            <a:avLst/>
          </a:prstGeom>
          <a:noFill/>
        </p:spPr>
        <p:txBody>
          <a:bodyPr wrap="square" lIns="0" rIns="0" tIns="0" bIns="0">
            <a:spAutoFit/>
          </a:bodyPr>
          <a:lstStyle/>
          <a:p>
            <a:pPr algn="l">
              <a:lnSpc>
                <a:spcPct val="116000"/>
              </a:lnSpc>
              <a:spcBef>
                <a:spcPts val="0"/>
              </a:spcBef>
              <a:spcAft>
                <a:spcPts val="400"/>
              </a:spcAft>
            </a:pPr>
            <a:r>
              <a:rPr sz="2000" b="1">
                <a:solidFill>
                  <a:srgbClr val="A783D7"/>
                </a:solidFill>
                <a:latin typeface="Arial"/>
                <a:ea typeface="Apple SD Gothic Neo"/>
              </a:rPr>
              <a:t>03</a:t>
            </a:r>
          </a:p>
        </p:txBody>
      </p:sp>
      <p:sp>
        <p:nvSpPr>
          <p:cNvPr id="18" name="TextBox 17"/>
          <p:cNvSpPr txBox="1"/>
          <p:nvPr/>
        </p:nvSpPr>
        <p:spPr>
          <a:xfrm>
            <a:off x="8403336" y="3429000"/>
            <a:ext cx="3081528" cy="493776"/>
          </a:xfrm>
          <a:prstGeom prst="rect">
            <a:avLst/>
          </a:prstGeom>
          <a:noFill/>
        </p:spPr>
        <p:txBody>
          <a:bodyPr wrap="square" lIns="0" rIns="0" tIns="0" bIns="0">
            <a:spAutoFit/>
          </a:bodyPr>
          <a:lstStyle/>
          <a:p>
            <a:pPr algn="l">
              <a:lnSpc>
                <a:spcPct val="116000"/>
              </a:lnSpc>
              <a:spcBef>
                <a:spcPts val="0"/>
              </a:spcBef>
              <a:spcAft>
                <a:spcPts val="400"/>
              </a:spcAft>
            </a:pPr>
            <a:r>
              <a:rPr sz="2500" b="1">
                <a:solidFill>
                  <a:srgbClr val="182236"/>
                </a:solidFill>
                <a:latin typeface="Arial"/>
                <a:ea typeface="Apple SD Gothic Neo"/>
              </a:rPr>
              <a:t>출시 판단</a:t>
            </a:r>
          </a:p>
        </p:txBody>
      </p:sp>
      <p:sp>
        <p:nvSpPr>
          <p:cNvPr id="19" name="TextBox 18"/>
          <p:cNvSpPr txBox="1"/>
          <p:nvPr/>
        </p:nvSpPr>
        <p:spPr>
          <a:xfrm>
            <a:off x="8403336" y="4206240"/>
            <a:ext cx="3081528" cy="914400"/>
          </a:xfrm>
          <a:prstGeom prst="rect">
            <a:avLst/>
          </a:prstGeom>
          <a:noFill/>
        </p:spPr>
        <p:txBody>
          <a:bodyPr wrap="square" lIns="0" rIns="0" tIns="0" bIns="0">
            <a:spAutoFit/>
          </a:bodyPr>
          <a:lstStyle/>
          <a:p>
            <a:pPr algn="l">
              <a:lnSpc>
                <a:spcPct val="116000"/>
              </a:lnSpc>
              <a:spcBef>
                <a:spcPts val="0"/>
              </a:spcBef>
              <a:spcAft>
                <a:spcPts val="400"/>
              </a:spcAft>
            </a:pPr>
            <a:r>
              <a:rPr sz="2100" b="0">
                <a:solidFill>
                  <a:srgbClr val="78859A"/>
                </a:solidFill>
                <a:latin typeface="Arial"/>
                <a:ea typeface="Apple SD Gothic Neo"/>
              </a:rPr>
              <a:t>검증·검토는 완료</a:t>
            </a:r>
          </a:p>
          <a:p>
            <a:pPr algn="l">
              <a:lnSpc>
                <a:spcPct val="116000"/>
              </a:lnSpc>
              <a:spcBef>
                <a:spcPts val="0"/>
              </a:spcBef>
              <a:spcAft>
                <a:spcPts val="400"/>
              </a:spcAft>
            </a:pPr>
            <a:r>
              <a:rPr sz="2100" b="0">
                <a:solidFill>
                  <a:srgbClr val="78859A"/>
                </a:solidFill>
                <a:latin typeface="Arial"/>
                <a:ea typeface="Apple SD Gothic Neo"/>
              </a:rPr>
              <a:t>사람의 판단은 대기</a:t>
            </a:r>
          </a:p>
        </p:txBody>
      </p:sp>
      <p:sp>
        <p:nvSpPr>
          <p:cNvPr id="20" name="TextBox 19">
            <a:hlinkClick r:id="rId2"/>
          </p:cNvPr>
          <p:cNvSpPr txBox="1"/>
          <p:nvPr/>
        </p:nvSpPr>
        <p:spPr>
          <a:xfrm>
            <a:off x="585216" y="5852160"/>
            <a:ext cx="10881360" cy="384048"/>
          </a:xfrm>
          <a:prstGeom prst="rect">
            <a:avLst/>
          </a:prstGeom>
          <a:noFill/>
        </p:spPr>
        <p:txBody>
          <a:bodyPr wrap="square" lIns="0" rIns="0" tIns="0" bIns="0">
            <a:spAutoFit/>
          </a:bodyPr>
          <a:lstStyle/>
          <a:p>
            <a:pPr algn="l">
              <a:lnSpc>
                <a:spcPct val="116000"/>
              </a:lnSpc>
              <a:spcBef>
                <a:spcPts val="0"/>
              </a:spcBef>
              <a:spcAft>
                <a:spcPts val="400"/>
              </a:spcAft>
            </a:pPr>
            <a:r>
              <a:rPr sz="2000" b="1">
                <a:solidFill>
                  <a:srgbClr val="182236"/>
                </a:solidFill>
                <a:latin typeface="Arial"/>
                <a:ea typeface="Apple SD Gothic Neo"/>
              </a:rPr>
              <a:t>약 5분 영상 또는 로컬 데모로 전환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521207" y="310896"/>
            <a:ext cx="10698480" cy="256032"/>
          </a:xfrm>
          <a:prstGeom prst="rect">
            <a:avLst/>
          </a:prstGeom>
          <a:noFill/>
        </p:spPr>
        <p:txBody>
          <a:bodyPr wrap="square" lIns="0" rIns="0" tIns="0" bIns="0">
            <a:spAutoFit/>
          </a:bodyPr>
          <a:lstStyle/>
          <a:p>
            <a:pPr algn="l">
              <a:lnSpc>
                <a:spcPct val="116000"/>
              </a:lnSpc>
              <a:spcBef>
                <a:spcPts val="0"/>
              </a:spcBef>
              <a:spcAft>
                <a:spcPts val="200"/>
              </a:spcAft>
            </a:pPr>
            <a:r>
              <a:rPr sz="1000" b="1">
                <a:solidFill>
                  <a:srgbClr val="A783D7"/>
                </a:solidFill>
                <a:latin typeface="Arial"/>
                <a:ea typeface="Apple SD Gothic Neo"/>
              </a:rPr>
              <a:t>07  /  VISIBLE OUTCOME</a:t>
            </a:r>
          </a:p>
        </p:txBody>
      </p:sp>
      <p:sp>
        <p:nvSpPr>
          <p:cNvPr id="3" name="TextBox 2"/>
          <p:cNvSpPr txBox="1"/>
          <p:nvPr/>
        </p:nvSpPr>
        <p:spPr>
          <a:xfrm>
            <a:off x="521207" y="832104"/>
            <a:ext cx="11064240" cy="1170432"/>
          </a:xfrm>
          <a:prstGeom prst="rect">
            <a:avLst/>
          </a:prstGeom>
          <a:noFill/>
        </p:spPr>
        <p:txBody>
          <a:bodyPr wrap="square" lIns="0" rIns="0" tIns="0" bIns="0">
            <a:spAutoFit/>
          </a:bodyPr>
          <a:lstStyle/>
          <a:p>
            <a:pPr algn="l">
              <a:lnSpc>
                <a:spcPct val="109000"/>
              </a:lnSpc>
              <a:spcBef>
                <a:spcPts val="0"/>
              </a:spcBef>
              <a:spcAft>
                <a:spcPts val="400"/>
              </a:spcAft>
            </a:pPr>
            <a:r>
              <a:rPr sz="3200" b="1">
                <a:solidFill>
                  <a:srgbClr val="182236"/>
                </a:solidFill>
                <a:latin typeface="Arial"/>
                <a:ea typeface="Apple SD Gothic Neo"/>
              </a:rPr>
              <a:t>같은 요청 2회, 주문은 한 건.</a:t>
            </a:r>
          </a:p>
        </p:txBody>
      </p:sp>
      <p:sp>
        <p:nvSpPr>
          <p:cNvPr id="4" name="TextBox 3"/>
          <p:cNvSpPr txBox="1"/>
          <p:nvPr/>
        </p:nvSpPr>
        <p:spPr>
          <a:xfrm>
            <a:off x="539496" y="1865376"/>
            <a:ext cx="10972800" cy="411480"/>
          </a:xfrm>
          <a:prstGeom prst="rect">
            <a:avLst/>
          </a:prstGeom>
          <a:noFill/>
        </p:spPr>
        <p:txBody>
          <a:bodyPr wrap="square" lIns="0" rIns="0" tIns="0" bIns="0">
            <a:spAutoFit/>
          </a:bodyPr>
          <a:lstStyle/>
          <a:p>
            <a:pPr algn="l">
              <a:lnSpc>
                <a:spcPct val="116000"/>
              </a:lnSpc>
              <a:spcBef>
                <a:spcPts val="0"/>
              </a:spcBef>
              <a:spcAft>
                <a:spcPts val="400"/>
              </a:spcAft>
            </a:pPr>
            <a:r>
              <a:rPr sz="1600" b="0">
                <a:solidFill>
                  <a:srgbClr val="78859A"/>
                </a:solidFill>
                <a:latin typeface="Arial"/>
                <a:ea typeface="Apple SD Gothic Neo"/>
              </a:rPr>
              <a:t>서버가 재전송을 구분합니다. 별도의 새 주문은 정상적으로 접수됩니다.</a:t>
            </a:r>
          </a:p>
        </p:txBody>
      </p:sp>
      <p:cxnSp>
        <p:nvCxnSpPr>
          <p:cNvPr id="5" name="Connector 4"/>
          <p:cNvCxnSpPr/>
          <p:nvPr/>
        </p:nvCxnSpPr>
        <p:spPr>
          <a:xfrm>
            <a:off x="521207" y="6446520"/>
            <a:ext cx="11128249" cy="0"/>
          </a:xfrm>
          <a:prstGeom prst="line">
            <a:avLst/>
          </a:prstGeom>
          <a:ln w="8890">
            <a:solidFill>
              <a:srgbClr val="DCE2EC"/>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39496" y="6547104"/>
            <a:ext cx="8778240" cy="173736"/>
          </a:xfrm>
          <a:prstGeom prst="rect">
            <a:avLst/>
          </a:prstGeom>
          <a:noFill/>
        </p:spPr>
        <p:txBody>
          <a:bodyPr wrap="square" lIns="0" rIns="0" tIns="0" bIns="0">
            <a:spAutoFit/>
          </a:bodyPr>
          <a:lstStyle/>
          <a:p>
            <a:pPr algn="l">
              <a:lnSpc>
                <a:spcPct val="116000"/>
              </a:lnSpc>
              <a:spcBef>
                <a:spcPts val="0"/>
              </a:spcBef>
              <a:spcAft>
                <a:spcPts val="200"/>
              </a:spcAft>
            </a:pPr>
            <a:r>
              <a:rPr sz="850" b="0">
                <a:solidFill>
                  <a:srgbClr val="78859A"/>
                </a:solidFill>
                <a:latin typeface="Arial"/>
                <a:ea typeface="Apple SD Gothic Neo"/>
              </a:rPr>
              <a:t>GitHub Copilot  /  Agentic Development in Action</a:t>
            </a:r>
          </a:p>
        </p:txBody>
      </p:sp>
      <p:sp>
        <p:nvSpPr>
          <p:cNvPr id="7" name="TextBox 6"/>
          <p:cNvSpPr txBox="1"/>
          <p:nvPr/>
        </p:nvSpPr>
        <p:spPr>
          <a:xfrm>
            <a:off x="11064240" y="6510528"/>
            <a:ext cx="576072" cy="246888"/>
          </a:xfrm>
          <a:prstGeom prst="rect">
            <a:avLst/>
          </a:prstGeom>
          <a:noFill/>
        </p:spPr>
        <p:txBody>
          <a:bodyPr wrap="square" lIns="0" rIns="0" tIns="0" bIns="0">
            <a:spAutoFit/>
          </a:bodyPr>
          <a:lstStyle/>
          <a:p>
            <a:pPr algn="r">
              <a:lnSpc>
                <a:spcPct val="116000"/>
              </a:lnSpc>
              <a:spcBef>
                <a:spcPts val="0"/>
              </a:spcBef>
              <a:spcAft>
                <a:spcPts val="200"/>
              </a:spcAft>
            </a:pPr>
            <a:r>
              <a:rPr sz="1100" b="0">
                <a:solidFill>
                  <a:srgbClr val="78859A"/>
                </a:solidFill>
                <a:latin typeface="Arial"/>
                <a:ea typeface="Apple SD Gothic Neo"/>
              </a:rPr>
              <a:t>08</a:t>
            </a:r>
          </a:p>
        </p:txBody>
      </p:sp>
      <p:sp>
        <p:nvSpPr>
          <p:cNvPr id="8" name="Rounded Rectangle 7"/>
          <p:cNvSpPr/>
          <p:nvPr/>
        </p:nvSpPr>
        <p:spPr>
          <a:xfrm>
            <a:off x="594360" y="2386584"/>
            <a:ext cx="5349240" cy="301752"/>
          </a:xfrm>
          <a:prstGeom prst="roundRect">
            <a:avLst>
              <a:gd name="adj" fmla="val 12000"/>
            </a:avLst>
          </a:prstGeom>
          <a:solidFill>
            <a:srgbClr val="EEE7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67512" y="2427732"/>
            <a:ext cx="5202936" cy="228600"/>
          </a:xfrm>
          <a:prstGeom prst="rect">
            <a:avLst/>
          </a:prstGeom>
          <a:noFill/>
        </p:spPr>
        <p:txBody>
          <a:bodyPr wrap="square" lIns="0" rIns="0" tIns="0" bIns="0">
            <a:spAutoFit/>
          </a:bodyPr>
          <a:lstStyle/>
          <a:p>
            <a:pPr algn="ctr">
              <a:lnSpc>
                <a:spcPct val="116000"/>
              </a:lnSpc>
              <a:spcBef>
                <a:spcPts val="0"/>
              </a:spcBef>
              <a:spcAft>
                <a:spcPts val="200"/>
              </a:spcAft>
            </a:pPr>
            <a:r>
              <a:rPr sz="1000" b="1">
                <a:solidFill>
                  <a:srgbClr val="D36C78"/>
                </a:solidFill>
                <a:latin typeface="Arial"/>
                <a:ea typeface="Apple SD Gothic Neo"/>
              </a:rPr>
              <a:t>BEFORE  ·  모의 주문 2건</a:t>
            </a:r>
          </a:p>
        </p:txBody>
      </p:sp>
      <p:sp>
        <p:nvSpPr>
          <p:cNvPr id="10" name="Rounded Rectangle 9"/>
          <p:cNvSpPr/>
          <p:nvPr/>
        </p:nvSpPr>
        <p:spPr>
          <a:xfrm>
            <a:off x="6291072" y="2386584"/>
            <a:ext cx="5349240" cy="301752"/>
          </a:xfrm>
          <a:prstGeom prst="roundRect">
            <a:avLst>
              <a:gd name="adj" fmla="val 12000"/>
            </a:avLst>
          </a:prstGeom>
          <a:solidFill>
            <a:srgbClr val="EEE7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364224" y="2427732"/>
            <a:ext cx="5202936" cy="228600"/>
          </a:xfrm>
          <a:prstGeom prst="rect">
            <a:avLst/>
          </a:prstGeom>
          <a:noFill/>
        </p:spPr>
        <p:txBody>
          <a:bodyPr wrap="square" lIns="0" rIns="0" tIns="0" bIns="0">
            <a:spAutoFit/>
          </a:bodyPr>
          <a:lstStyle/>
          <a:p>
            <a:pPr algn="ctr">
              <a:lnSpc>
                <a:spcPct val="116000"/>
              </a:lnSpc>
              <a:spcBef>
                <a:spcPts val="0"/>
              </a:spcBef>
              <a:spcAft>
                <a:spcPts val="200"/>
              </a:spcAft>
            </a:pPr>
            <a:r>
              <a:rPr sz="1000" b="1">
                <a:solidFill>
                  <a:srgbClr val="267F62"/>
                </a:solidFill>
                <a:latin typeface="Arial"/>
                <a:ea typeface="Apple SD Gothic Neo"/>
              </a:rPr>
              <a:t>AFTER  ·  모의 주문 1건</a:t>
            </a:r>
          </a:p>
        </p:txBody>
      </p:sp>
      <p:sp>
        <p:nvSpPr>
          <p:cNvPr id="12" name="Rounded Rectangle 11"/>
          <p:cNvSpPr/>
          <p:nvPr/>
        </p:nvSpPr>
        <p:spPr>
          <a:xfrm>
            <a:off x="562356" y="2793492"/>
            <a:ext cx="5376672" cy="3218688"/>
          </a:xfrm>
          <a:prstGeom prst="roundRect">
            <a:avLst>
              <a:gd name="adj" fmla="val 12000"/>
            </a:avLst>
          </a:prstGeom>
          <a:solidFill>
            <a:srgbClr val="FFFFFF"/>
          </a:solidFill>
          <a:ln w="10160">
            <a:solidFill>
              <a:srgbClr val="DCE2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Picture 12" descr="before-result.png"/>
          <p:cNvPicPr>
            <a:picLocks noChangeAspect="1"/>
          </p:cNvPicPr>
          <p:nvPr/>
        </p:nvPicPr>
        <p:blipFill>
          <a:blip r:embed="rId2"/>
          <a:srcRect t="12008" b="12008"/>
          <a:stretch>
            <a:fillRect/>
          </a:stretch>
        </p:blipFill>
        <p:spPr>
          <a:xfrm>
            <a:off x="585216" y="2816352"/>
            <a:ext cx="5330952" cy="3172968"/>
          </a:xfrm>
          <a:prstGeom prst="rect">
            <a:avLst/>
          </a:prstGeom>
        </p:spPr>
      </p:pic>
      <p:sp>
        <p:nvSpPr>
          <p:cNvPr id="14" name="Rounded Rectangle 13"/>
          <p:cNvSpPr/>
          <p:nvPr/>
        </p:nvSpPr>
        <p:spPr>
          <a:xfrm>
            <a:off x="6277355" y="2793492"/>
            <a:ext cx="5367528" cy="3218688"/>
          </a:xfrm>
          <a:prstGeom prst="roundRect">
            <a:avLst>
              <a:gd name="adj" fmla="val 12000"/>
            </a:avLst>
          </a:prstGeom>
          <a:solidFill>
            <a:srgbClr val="FFFFFF"/>
          </a:solidFill>
          <a:ln w="10160">
            <a:solidFill>
              <a:srgbClr val="DCE2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after-result.png"/>
          <p:cNvPicPr>
            <a:picLocks noChangeAspect="1"/>
          </p:cNvPicPr>
          <p:nvPr/>
        </p:nvPicPr>
        <p:blipFill>
          <a:blip r:embed="rId3"/>
          <a:srcRect t="13511" b="13511"/>
          <a:stretch>
            <a:fillRect/>
          </a:stretch>
        </p:blipFill>
        <p:spPr>
          <a:xfrm>
            <a:off x="6300216" y="2816352"/>
            <a:ext cx="5321808" cy="317296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1727"/>
        </a:solidFill>
        <a:effectLst/>
      </p:bgPr>
    </p:bg>
    <p:spTree>
      <p:nvGrpSpPr>
        <p:cNvPr id="1" name=""/>
        <p:cNvGrpSpPr/>
        <p:nvPr/>
      </p:nvGrpSpPr>
      <p:grpSpPr/>
      <p:sp>
        <p:nvSpPr>
          <p:cNvPr id="2" name="TextBox 1"/>
          <p:cNvSpPr txBox="1"/>
          <p:nvPr/>
        </p:nvSpPr>
        <p:spPr>
          <a:xfrm>
            <a:off x="521207" y="310896"/>
            <a:ext cx="10698480" cy="256032"/>
          </a:xfrm>
          <a:prstGeom prst="rect">
            <a:avLst/>
          </a:prstGeom>
          <a:noFill/>
        </p:spPr>
        <p:txBody>
          <a:bodyPr wrap="square" lIns="0" rIns="0" tIns="0" bIns="0">
            <a:spAutoFit/>
          </a:bodyPr>
          <a:lstStyle/>
          <a:p>
            <a:pPr algn="l">
              <a:lnSpc>
                <a:spcPct val="116000"/>
              </a:lnSpc>
              <a:spcBef>
                <a:spcPts val="0"/>
              </a:spcBef>
              <a:spcAft>
                <a:spcPts val="200"/>
              </a:spcAft>
            </a:pPr>
            <a:r>
              <a:rPr sz="1000" b="1">
                <a:solidFill>
                  <a:srgbClr val="D6C1F0"/>
                </a:solidFill>
                <a:latin typeface="Arial"/>
                <a:ea typeface="Apple SD Gothic Neo"/>
              </a:rPr>
              <a:t>08  /  EVIDENCE, NOT AN ASSERTION</a:t>
            </a:r>
          </a:p>
        </p:txBody>
      </p:sp>
      <p:sp>
        <p:nvSpPr>
          <p:cNvPr id="3" name="TextBox 2"/>
          <p:cNvSpPr txBox="1"/>
          <p:nvPr/>
        </p:nvSpPr>
        <p:spPr>
          <a:xfrm>
            <a:off x="521207" y="832104"/>
            <a:ext cx="11064240" cy="1170432"/>
          </a:xfrm>
          <a:prstGeom prst="rect">
            <a:avLst/>
          </a:prstGeom>
          <a:noFill/>
        </p:spPr>
        <p:txBody>
          <a:bodyPr wrap="square" lIns="0" rIns="0" tIns="0" bIns="0">
            <a:spAutoFit/>
          </a:bodyPr>
          <a:lstStyle/>
          <a:p>
            <a:pPr algn="l">
              <a:lnSpc>
                <a:spcPct val="109000"/>
              </a:lnSpc>
              <a:spcBef>
                <a:spcPts val="0"/>
              </a:spcBef>
              <a:spcAft>
                <a:spcPts val="400"/>
              </a:spcAft>
            </a:pPr>
            <a:r>
              <a:rPr sz="3200" b="1">
                <a:solidFill>
                  <a:srgbClr val="FFFFFF"/>
                </a:solidFill>
                <a:latin typeface="Arial"/>
                <a:ea typeface="Apple SD Gothic Neo"/>
              </a:rPr>
              <a:t>‘완료했습니다’ 대신,</a:t>
            </a:r>
          </a:p>
          <a:p>
            <a:pPr algn="l">
              <a:lnSpc>
                <a:spcPct val="109000"/>
              </a:lnSpc>
              <a:spcBef>
                <a:spcPts val="0"/>
              </a:spcBef>
              <a:spcAft>
                <a:spcPts val="400"/>
              </a:spcAft>
            </a:pPr>
            <a:r>
              <a:rPr sz="3200" b="1">
                <a:solidFill>
                  <a:srgbClr val="FFFFFF"/>
                </a:solidFill>
                <a:latin typeface="Arial"/>
                <a:ea typeface="Apple SD Gothic Neo"/>
              </a:rPr>
              <a:t>다시 실행할 수 있는 근거를 봅니다.</a:t>
            </a:r>
          </a:p>
        </p:txBody>
      </p:sp>
      <p:cxnSp>
        <p:nvCxnSpPr>
          <p:cNvPr id="4" name="Connector 3"/>
          <p:cNvCxnSpPr/>
          <p:nvPr/>
        </p:nvCxnSpPr>
        <p:spPr>
          <a:xfrm>
            <a:off x="521207" y="6446520"/>
            <a:ext cx="11128249" cy="0"/>
          </a:xfrm>
          <a:prstGeom prst="line">
            <a:avLst/>
          </a:prstGeom>
          <a:ln w="8890">
            <a:solidFill>
              <a:srgbClr val="1A2439"/>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9496" y="6547104"/>
            <a:ext cx="8778240" cy="173736"/>
          </a:xfrm>
          <a:prstGeom prst="rect">
            <a:avLst/>
          </a:prstGeom>
          <a:noFill/>
        </p:spPr>
        <p:txBody>
          <a:bodyPr wrap="square" lIns="0" rIns="0" tIns="0" bIns="0">
            <a:spAutoFit/>
          </a:bodyPr>
          <a:lstStyle/>
          <a:p>
            <a:pPr algn="l">
              <a:lnSpc>
                <a:spcPct val="116000"/>
              </a:lnSpc>
              <a:spcBef>
                <a:spcPts val="0"/>
              </a:spcBef>
              <a:spcAft>
                <a:spcPts val="200"/>
              </a:spcAft>
            </a:pPr>
            <a:r>
              <a:rPr sz="850" b="0">
                <a:solidFill>
                  <a:srgbClr val="78859A"/>
                </a:solidFill>
                <a:latin typeface="Arial"/>
                <a:ea typeface="Apple SD Gothic Neo"/>
              </a:rPr>
              <a:t>GitHub Copilot  /  Agentic Development in Action</a:t>
            </a:r>
          </a:p>
        </p:txBody>
      </p:sp>
      <p:sp>
        <p:nvSpPr>
          <p:cNvPr id="6" name="TextBox 5"/>
          <p:cNvSpPr txBox="1"/>
          <p:nvPr/>
        </p:nvSpPr>
        <p:spPr>
          <a:xfrm>
            <a:off x="11064240" y="6510528"/>
            <a:ext cx="576072" cy="246888"/>
          </a:xfrm>
          <a:prstGeom prst="rect">
            <a:avLst/>
          </a:prstGeom>
          <a:noFill/>
        </p:spPr>
        <p:txBody>
          <a:bodyPr wrap="square" lIns="0" rIns="0" tIns="0" bIns="0">
            <a:spAutoFit/>
          </a:bodyPr>
          <a:lstStyle/>
          <a:p>
            <a:pPr algn="r">
              <a:lnSpc>
                <a:spcPct val="116000"/>
              </a:lnSpc>
              <a:spcBef>
                <a:spcPts val="0"/>
              </a:spcBef>
              <a:spcAft>
                <a:spcPts val="200"/>
              </a:spcAft>
            </a:pPr>
            <a:r>
              <a:rPr sz="1100" b="0">
                <a:solidFill>
                  <a:srgbClr val="B1BED3"/>
                </a:solidFill>
                <a:latin typeface="Arial"/>
                <a:ea typeface="Apple SD Gothic Neo"/>
              </a:rPr>
              <a:t>09</a:t>
            </a:r>
          </a:p>
        </p:txBody>
      </p:sp>
      <p:sp>
        <p:nvSpPr>
          <p:cNvPr id="7" name="Rounded Rectangle 6"/>
          <p:cNvSpPr/>
          <p:nvPr/>
        </p:nvSpPr>
        <p:spPr>
          <a:xfrm>
            <a:off x="576072" y="2523744"/>
            <a:ext cx="3749039" cy="3383280"/>
          </a:xfrm>
          <a:prstGeom prst="roundRect">
            <a:avLst>
              <a:gd name="adj" fmla="val 12000"/>
            </a:avLst>
          </a:prstGeom>
          <a:solidFill>
            <a:srgbClr val="1A243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41248" y="2834640"/>
            <a:ext cx="3209544" cy="457200"/>
          </a:xfrm>
          <a:prstGeom prst="rect">
            <a:avLst/>
          </a:prstGeom>
          <a:noFill/>
        </p:spPr>
        <p:txBody>
          <a:bodyPr wrap="square" lIns="0" rIns="0" tIns="0" bIns="0">
            <a:spAutoFit/>
          </a:bodyPr>
          <a:lstStyle/>
          <a:p>
            <a:pPr algn="l">
              <a:lnSpc>
                <a:spcPct val="116000"/>
              </a:lnSpc>
              <a:spcBef>
                <a:spcPts val="0"/>
              </a:spcBef>
              <a:spcAft>
                <a:spcPts val="400"/>
              </a:spcAft>
            </a:pPr>
            <a:r>
              <a:rPr sz="1900" b="1">
                <a:solidFill>
                  <a:srgbClr val="B1BED3"/>
                </a:solidFill>
                <a:latin typeface="Arial"/>
                <a:ea typeface="Apple SD Gothic Neo"/>
              </a:rPr>
              <a:t>사람이 정한 업무 기준</a:t>
            </a:r>
          </a:p>
        </p:txBody>
      </p:sp>
      <p:sp>
        <p:nvSpPr>
          <p:cNvPr id="9" name="TextBox 8"/>
          <p:cNvSpPr txBox="1"/>
          <p:nvPr/>
        </p:nvSpPr>
        <p:spPr>
          <a:xfrm>
            <a:off x="841248" y="3566160"/>
            <a:ext cx="3200400" cy="886968"/>
          </a:xfrm>
          <a:prstGeom prst="rect">
            <a:avLst/>
          </a:prstGeom>
          <a:noFill/>
        </p:spPr>
        <p:txBody>
          <a:bodyPr wrap="square" lIns="0" rIns="0" tIns="0" bIns="0">
            <a:spAutoFit/>
          </a:bodyPr>
          <a:lstStyle/>
          <a:p>
            <a:pPr algn="l">
              <a:lnSpc>
                <a:spcPct val="116000"/>
              </a:lnSpc>
              <a:spcBef>
                <a:spcPts val="0"/>
              </a:spcBef>
              <a:spcAft>
                <a:spcPts val="400"/>
              </a:spcAft>
            </a:pPr>
            <a:r>
              <a:rPr sz="5300" b="1">
                <a:solidFill>
                  <a:srgbClr val="64D5AF"/>
                </a:solidFill>
                <a:latin typeface="Arial"/>
                <a:ea typeface="Apple SD Gothic Neo"/>
              </a:rPr>
              <a:t>16 / 16</a:t>
            </a:r>
          </a:p>
        </p:txBody>
      </p:sp>
      <p:sp>
        <p:nvSpPr>
          <p:cNvPr id="10" name="TextBox 9"/>
          <p:cNvSpPr txBox="1"/>
          <p:nvPr/>
        </p:nvSpPr>
        <p:spPr>
          <a:xfrm>
            <a:off x="859536" y="4608576"/>
            <a:ext cx="3191256" cy="374904"/>
          </a:xfrm>
          <a:prstGeom prst="rect">
            <a:avLst/>
          </a:prstGeom>
          <a:noFill/>
        </p:spPr>
        <p:txBody>
          <a:bodyPr wrap="square" lIns="0" rIns="0" tIns="0" bIns="0">
            <a:spAutoFit/>
          </a:bodyPr>
          <a:lstStyle/>
          <a:p>
            <a:pPr algn="l">
              <a:lnSpc>
                <a:spcPct val="116000"/>
              </a:lnSpc>
              <a:spcBef>
                <a:spcPts val="0"/>
              </a:spcBef>
              <a:spcAft>
                <a:spcPts val="400"/>
              </a:spcAft>
            </a:pPr>
            <a:r>
              <a:rPr sz="1800" b="0">
                <a:solidFill>
                  <a:srgbClr val="FFFFFF"/>
                </a:solidFill>
                <a:latin typeface="Arial"/>
                <a:ea typeface="Apple SD Gothic Neo"/>
              </a:rPr>
              <a:t>수정 후 테스트 통과</a:t>
            </a:r>
          </a:p>
        </p:txBody>
      </p:sp>
      <p:sp>
        <p:nvSpPr>
          <p:cNvPr id="11" name="TextBox 10"/>
          <p:cNvSpPr txBox="1"/>
          <p:nvPr/>
        </p:nvSpPr>
        <p:spPr>
          <a:xfrm>
            <a:off x="859536" y="5212080"/>
            <a:ext cx="3191256" cy="530352"/>
          </a:xfrm>
          <a:prstGeom prst="rect">
            <a:avLst/>
          </a:prstGeom>
          <a:noFill/>
        </p:spPr>
        <p:txBody>
          <a:bodyPr wrap="square" lIns="0" rIns="0" tIns="0" bIns="0">
            <a:spAutoFit/>
          </a:bodyPr>
          <a:lstStyle/>
          <a:p>
            <a:pPr algn="l">
              <a:lnSpc>
                <a:spcPct val="116000"/>
              </a:lnSpc>
              <a:spcBef>
                <a:spcPts val="0"/>
              </a:spcBef>
              <a:spcAft>
                <a:spcPts val="200"/>
              </a:spcAft>
            </a:pPr>
            <a:r>
              <a:rPr sz="1300" b="0">
                <a:solidFill>
                  <a:srgbClr val="B1BED3"/>
                </a:solidFill>
                <a:latin typeface="Arial"/>
                <a:ea typeface="Apple SD Gothic Neo"/>
              </a:rPr>
              <a:t>변경 전: 9개 실패</a:t>
            </a:r>
          </a:p>
          <a:p>
            <a:pPr algn="l">
              <a:lnSpc>
                <a:spcPct val="116000"/>
              </a:lnSpc>
              <a:spcBef>
                <a:spcPts val="0"/>
              </a:spcBef>
              <a:spcAft>
                <a:spcPts val="200"/>
              </a:spcAft>
            </a:pPr>
            <a:r>
              <a:rPr sz="1300" b="0">
                <a:solidFill>
                  <a:srgbClr val="B1BED3"/>
                </a:solidFill>
                <a:latin typeface="Arial"/>
                <a:ea typeface="Apple SD Gothic Neo"/>
              </a:rPr>
              <a:t>별도 회귀 테스트: 17개 통과</a:t>
            </a:r>
          </a:p>
        </p:txBody>
      </p:sp>
      <p:sp>
        <p:nvSpPr>
          <p:cNvPr id="12" name="TextBox 11"/>
          <p:cNvSpPr txBox="1"/>
          <p:nvPr/>
        </p:nvSpPr>
        <p:spPr>
          <a:xfrm>
            <a:off x="4718304" y="2651760"/>
            <a:ext cx="320040" cy="347472"/>
          </a:xfrm>
          <a:prstGeom prst="rect">
            <a:avLst/>
          </a:prstGeom>
          <a:noFill/>
        </p:spPr>
        <p:txBody>
          <a:bodyPr wrap="square" lIns="0" rIns="0" tIns="0" bIns="0">
            <a:spAutoFit/>
          </a:bodyPr>
          <a:lstStyle/>
          <a:p>
            <a:pPr algn="l">
              <a:lnSpc>
                <a:spcPct val="116000"/>
              </a:lnSpc>
              <a:spcBef>
                <a:spcPts val="0"/>
              </a:spcBef>
              <a:spcAft>
                <a:spcPts val="400"/>
              </a:spcAft>
            </a:pPr>
            <a:r>
              <a:rPr sz="2200" b="1">
                <a:solidFill>
                  <a:srgbClr val="64D5AF"/>
                </a:solidFill>
                <a:latin typeface="Arial"/>
                <a:ea typeface="Apple SD Gothic Neo"/>
              </a:rPr>
              <a:t>✓</a:t>
            </a:r>
          </a:p>
        </p:txBody>
      </p:sp>
      <p:sp>
        <p:nvSpPr>
          <p:cNvPr id="13" name="TextBox 12"/>
          <p:cNvSpPr txBox="1"/>
          <p:nvPr/>
        </p:nvSpPr>
        <p:spPr>
          <a:xfrm>
            <a:off x="5184648" y="2651760"/>
            <a:ext cx="6190488" cy="329184"/>
          </a:xfrm>
          <a:prstGeom prst="rect">
            <a:avLst/>
          </a:prstGeom>
          <a:noFill/>
        </p:spPr>
        <p:txBody>
          <a:bodyPr wrap="square" lIns="0" rIns="0" tIns="0" bIns="0">
            <a:spAutoFit/>
          </a:bodyPr>
          <a:lstStyle/>
          <a:p>
            <a:pPr algn="l">
              <a:lnSpc>
                <a:spcPct val="116000"/>
              </a:lnSpc>
              <a:spcBef>
                <a:spcPts val="0"/>
              </a:spcBef>
              <a:spcAft>
                <a:spcPts val="400"/>
              </a:spcAft>
            </a:pPr>
            <a:r>
              <a:rPr sz="1800" b="1">
                <a:solidFill>
                  <a:srgbClr val="FFFFFF"/>
                </a:solidFill>
                <a:latin typeface="Arial"/>
                <a:ea typeface="Apple SD Gothic Neo"/>
              </a:rPr>
              <a:t>같은 요청의 순차·동시 재전송</a:t>
            </a:r>
          </a:p>
        </p:txBody>
      </p:sp>
      <p:sp>
        <p:nvSpPr>
          <p:cNvPr id="14" name="TextBox 13"/>
          <p:cNvSpPr txBox="1"/>
          <p:nvPr/>
        </p:nvSpPr>
        <p:spPr>
          <a:xfrm>
            <a:off x="5193792" y="3017520"/>
            <a:ext cx="6172200" cy="283464"/>
          </a:xfrm>
          <a:prstGeom prst="rect">
            <a:avLst/>
          </a:prstGeom>
          <a:noFill/>
        </p:spPr>
        <p:txBody>
          <a:bodyPr wrap="square" lIns="0" rIns="0" tIns="0" bIns="0">
            <a:spAutoFit/>
          </a:bodyPr>
          <a:lstStyle/>
          <a:p>
            <a:pPr algn="l">
              <a:lnSpc>
                <a:spcPct val="116000"/>
              </a:lnSpc>
              <a:spcBef>
                <a:spcPts val="0"/>
              </a:spcBef>
              <a:spcAft>
                <a:spcPts val="200"/>
              </a:spcAft>
            </a:pPr>
            <a:r>
              <a:rPr sz="1400" b="0">
                <a:solidFill>
                  <a:srgbClr val="B1BED3"/>
                </a:solidFill>
                <a:latin typeface="Arial"/>
                <a:ea typeface="Apple SD Gothic Neo"/>
              </a:rPr>
              <a:t>주문 1건 · 같은 주문번호</a:t>
            </a:r>
          </a:p>
        </p:txBody>
      </p:sp>
      <p:sp>
        <p:nvSpPr>
          <p:cNvPr id="15" name="TextBox 14"/>
          <p:cNvSpPr txBox="1"/>
          <p:nvPr/>
        </p:nvSpPr>
        <p:spPr>
          <a:xfrm>
            <a:off x="4718304" y="3456432"/>
            <a:ext cx="320040" cy="347472"/>
          </a:xfrm>
          <a:prstGeom prst="rect">
            <a:avLst/>
          </a:prstGeom>
          <a:noFill/>
        </p:spPr>
        <p:txBody>
          <a:bodyPr wrap="square" lIns="0" rIns="0" tIns="0" bIns="0">
            <a:spAutoFit/>
          </a:bodyPr>
          <a:lstStyle/>
          <a:p>
            <a:pPr algn="l">
              <a:lnSpc>
                <a:spcPct val="116000"/>
              </a:lnSpc>
              <a:spcBef>
                <a:spcPts val="0"/>
              </a:spcBef>
              <a:spcAft>
                <a:spcPts val="400"/>
              </a:spcAft>
            </a:pPr>
            <a:r>
              <a:rPr sz="2200" b="1">
                <a:solidFill>
                  <a:srgbClr val="64D5AF"/>
                </a:solidFill>
                <a:latin typeface="Arial"/>
                <a:ea typeface="Apple SD Gothic Neo"/>
              </a:rPr>
              <a:t>✓</a:t>
            </a:r>
          </a:p>
        </p:txBody>
      </p:sp>
      <p:sp>
        <p:nvSpPr>
          <p:cNvPr id="16" name="TextBox 15"/>
          <p:cNvSpPr txBox="1"/>
          <p:nvPr/>
        </p:nvSpPr>
        <p:spPr>
          <a:xfrm>
            <a:off x="5184648" y="3456432"/>
            <a:ext cx="6190488" cy="329184"/>
          </a:xfrm>
          <a:prstGeom prst="rect">
            <a:avLst/>
          </a:prstGeom>
          <a:noFill/>
        </p:spPr>
        <p:txBody>
          <a:bodyPr wrap="square" lIns="0" rIns="0" tIns="0" bIns="0">
            <a:spAutoFit/>
          </a:bodyPr>
          <a:lstStyle/>
          <a:p>
            <a:pPr algn="l">
              <a:lnSpc>
                <a:spcPct val="116000"/>
              </a:lnSpc>
              <a:spcBef>
                <a:spcPts val="0"/>
              </a:spcBef>
              <a:spcAft>
                <a:spcPts val="400"/>
              </a:spcAft>
            </a:pPr>
            <a:r>
              <a:rPr sz="1800" b="1">
                <a:solidFill>
                  <a:srgbClr val="FFFFFF"/>
                </a:solidFill>
                <a:latin typeface="Arial"/>
                <a:ea typeface="Apple SD Gothic Neo"/>
              </a:rPr>
              <a:t>같은 표식으로 다른 내용을 보냄</a:t>
            </a:r>
          </a:p>
        </p:txBody>
      </p:sp>
      <p:sp>
        <p:nvSpPr>
          <p:cNvPr id="17" name="TextBox 16"/>
          <p:cNvSpPr txBox="1"/>
          <p:nvPr/>
        </p:nvSpPr>
        <p:spPr>
          <a:xfrm>
            <a:off x="5193792" y="3822191"/>
            <a:ext cx="6172200" cy="283464"/>
          </a:xfrm>
          <a:prstGeom prst="rect">
            <a:avLst/>
          </a:prstGeom>
          <a:noFill/>
        </p:spPr>
        <p:txBody>
          <a:bodyPr wrap="square" lIns="0" rIns="0" tIns="0" bIns="0">
            <a:spAutoFit/>
          </a:bodyPr>
          <a:lstStyle/>
          <a:p>
            <a:pPr algn="l">
              <a:lnSpc>
                <a:spcPct val="116000"/>
              </a:lnSpc>
              <a:spcBef>
                <a:spcPts val="0"/>
              </a:spcBef>
              <a:spcAft>
                <a:spcPts val="200"/>
              </a:spcAft>
            </a:pPr>
            <a:r>
              <a:rPr sz="1400" b="0">
                <a:solidFill>
                  <a:srgbClr val="B1BED3"/>
                </a:solidFill>
                <a:latin typeface="Arial"/>
                <a:ea typeface="Apple SD Gothic Neo"/>
              </a:rPr>
              <a:t>충돌 거부 · 기존 주문 유지</a:t>
            </a:r>
          </a:p>
        </p:txBody>
      </p:sp>
      <p:sp>
        <p:nvSpPr>
          <p:cNvPr id="18" name="TextBox 17"/>
          <p:cNvSpPr txBox="1"/>
          <p:nvPr/>
        </p:nvSpPr>
        <p:spPr>
          <a:xfrm>
            <a:off x="4718304" y="4261104"/>
            <a:ext cx="320040" cy="347472"/>
          </a:xfrm>
          <a:prstGeom prst="rect">
            <a:avLst/>
          </a:prstGeom>
          <a:noFill/>
        </p:spPr>
        <p:txBody>
          <a:bodyPr wrap="square" lIns="0" rIns="0" tIns="0" bIns="0">
            <a:spAutoFit/>
          </a:bodyPr>
          <a:lstStyle/>
          <a:p>
            <a:pPr algn="l">
              <a:lnSpc>
                <a:spcPct val="116000"/>
              </a:lnSpc>
              <a:spcBef>
                <a:spcPts val="0"/>
              </a:spcBef>
              <a:spcAft>
                <a:spcPts val="400"/>
              </a:spcAft>
            </a:pPr>
            <a:r>
              <a:rPr sz="2200" b="1">
                <a:solidFill>
                  <a:srgbClr val="64D5AF"/>
                </a:solidFill>
                <a:latin typeface="Arial"/>
                <a:ea typeface="Apple SD Gothic Neo"/>
              </a:rPr>
              <a:t>✓</a:t>
            </a:r>
          </a:p>
        </p:txBody>
      </p:sp>
      <p:sp>
        <p:nvSpPr>
          <p:cNvPr id="19" name="TextBox 18"/>
          <p:cNvSpPr txBox="1"/>
          <p:nvPr/>
        </p:nvSpPr>
        <p:spPr>
          <a:xfrm>
            <a:off x="5184648" y="4261104"/>
            <a:ext cx="6190488" cy="329184"/>
          </a:xfrm>
          <a:prstGeom prst="rect">
            <a:avLst/>
          </a:prstGeom>
          <a:noFill/>
        </p:spPr>
        <p:txBody>
          <a:bodyPr wrap="square" lIns="0" rIns="0" tIns="0" bIns="0">
            <a:spAutoFit/>
          </a:bodyPr>
          <a:lstStyle/>
          <a:p>
            <a:pPr algn="l">
              <a:lnSpc>
                <a:spcPct val="116000"/>
              </a:lnSpc>
              <a:spcBef>
                <a:spcPts val="0"/>
              </a:spcBef>
              <a:spcAft>
                <a:spcPts val="400"/>
              </a:spcAft>
            </a:pPr>
            <a:r>
              <a:rPr sz="1800" b="1">
                <a:solidFill>
                  <a:srgbClr val="FFFFFF"/>
                </a:solidFill>
                <a:latin typeface="Arial"/>
                <a:ea typeface="Apple SD Gothic Neo"/>
              </a:rPr>
              <a:t>별도 새 주문·다른 고객 범위</a:t>
            </a:r>
          </a:p>
        </p:txBody>
      </p:sp>
      <p:sp>
        <p:nvSpPr>
          <p:cNvPr id="20" name="TextBox 19"/>
          <p:cNvSpPr txBox="1"/>
          <p:nvPr/>
        </p:nvSpPr>
        <p:spPr>
          <a:xfrm>
            <a:off x="5193792" y="4626864"/>
            <a:ext cx="6172200" cy="283464"/>
          </a:xfrm>
          <a:prstGeom prst="rect">
            <a:avLst/>
          </a:prstGeom>
          <a:noFill/>
        </p:spPr>
        <p:txBody>
          <a:bodyPr wrap="square" lIns="0" rIns="0" tIns="0" bIns="0">
            <a:spAutoFit/>
          </a:bodyPr>
          <a:lstStyle/>
          <a:p>
            <a:pPr algn="l">
              <a:lnSpc>
                <a:spcPct val="116000"/>
              </a:lnSpc>
              <a:spcBef>
                <a:spcPts val="0"/>
              </a:spcBef>
              <a:spcAft>
                <a:spcPts val="200"/>
              </a:spcAft>
            </a:pPr>
            <a:r>
              <a:rPr sz="1400" b="0">
                <a:solidFill>
                  <a:srgbClr val="B1BED3"/>
                </a:solidFill>
                <a:latin typeface="Arial"/>
                <a:ea typeface="Apple SD Gothic Neo"/>
              </a:rPr>
              <a:t>정상 접수 · 서로 독립</a:t>
            </a:r>
          </a:p>
        </p:txBody>
      </p:sp>
      <p:sp>
        <p:nvSpPr>
          <p:cNvPr id="21" name="TextBox 20"/>
          <p:cNvSpPr txBox="1"/>
          <p:nvPr/>
        </p:nvSpPr>
        <p:spPr>
          <a:xfrm>
            <a:off x="4718304" y="5065776"/>
            <a:ext cx="320040" cy="347472"/>
          </a:xfrm>
          <a:prstGeom prst="rect">
            <a:avLst/>
          </a:prstGeom>
          <a:noFill/>
        </p:spPr>
        <p:txBody>
          <a:bodyPr wrap="square" lIns="0" rIns="0" tIns="0" bIns="0">
            <a:spAutoFit/>
          </a:bodyPr>
          <a:lstStyle/>
          <a:p>
            <a:pPr algn="l">
              <a:lnSpc>
                <a:spcPct val="116000"/>
              </a:lnSpc>
              <a:spcBef>
                <a:spcPts val="0"/>
              </a:spcBef>
              <a:spcAft>
                <a:spcPts val="400"/>
              </a:spcAft>
            </a:pPr>
            <a:r>
              <a:rPr sz="2200" b="1">
                <a:solidFill>
                  <a:srgbClr val="64D5AF"/>
                </a:solidFill>
                <a:latin typeface="Arial"/>
                <a:ea typeface="Apple SD Gothic Neo"/>
              </a:rPr>
              <a:t>✓</a:t>
            </a:r>
          </a:p>
        </p:txBody>
      </p:sp>
      <p:sp>
        <p:nvSpPr>
          <p:cNvPr id="22" name="TextBox 21"/>
          <p:cNvSpPr txBox="1"/>
          <p:nvPr/>
        </p:nvSpPr>
        <p:spPr>
          <a:xfrm>
            <a:off x="5184648" y="5065776"/>
            <a:ext cx="6190488" cy="329184"/>
          </a:xfrm>
          <a:prstGeom prst="rect">
            <a:avLst/>
          </a:prstGeom>
          <a:noFill/>
        </p:spPr>
        <p:txBody>
          <a:bodyPr wrap="square" lIns="0" rIns="0" tIns="0" bIns="0">
            <a:spAutoFit/>
          </a:bodyPr>
          <a:lstStyle/>
          <a:p>
            <a:pPr algn="l">
              <a:lnSpc>
                <a:spcPct val="116000"/>
              </a:lnSpc>
              <a:spcBef>
                <a:spcPts val="0"/>
              </a:spcBef>
              <a:spcAft>
                <a:spcPts val="400"/>
              </a:spcAft>
            </a:pPr>
            <a:r>
              <a:rPr sz="1800" b="1">
                <a:solidFill>
                  <a:srgbClr val="FFFFFF"/>
                </a:solidFill>
                <a:latin typeface="Arial"/>
                <a:ea typeface="Apple SD Gothic Neo"/>
              </a:rPr>
              <a:t>잘못된 입력과 기존 기능</a:t>
            </a:r>
          </a:p>
        </p:txBody>
      </p:sp>
      <p:sp>
        <p:nvSpPr>
          <p:cNvPr id="23" name="TextBox 22"/>
          <p:cNvSpPr txBox="1"/>
          <p:nvPr/>
        </p:nvSpPr>
        <p:spPr>
          <a:xfrm>
            <a:off x="5193792" y="5431536"/>
            <a:ext cx="6172200" cy="283464"/>
          </a:xfrm>
          <a:prstGeom prst="rect">
            <a:avLst/>
          </a:prstGeom>
          <a:noFill/>
        </p:spPr>
        <p:txBody>
          <a:bodyPr wrap="square" lIns="0" rIns="0" tIns="0" bIns="0">
            <a:spAutoFit/>
          </a:bodyPr>
          <a:lstStyle/>
          <a:p>
            <a:pPr algn="l">
              <a:lnSpc>
                <a:spcPct val="116000"/>
              </a:lnSpc>
              <a:spcBef>
                <a:spcPts val="0"/>
              </a:spcBef>
              <a:spcAft>
                <a:spcPts val="200"/>
              </a:spcAft>
            </a:pPr>
            <a:r>
              <a:rPr sz="1400" b="0">
                <a:solidFill>
                  <a:srgbClr val="B1BED3"/>
                </a:solidFill>
                <a:latin typeface="Arial"/>
                <a:ea typeface="Apple SD Gothic Neo"/>
              </a:rPr>
              <a:t>오류 명시 · 기존 동작 유지</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521207" y="310896"/>
            <a:ext cx="10698480" cy="256032"/>
          </a:xfrm>
          <a:prstGeom prst="rect">
            <a:avLst/>
          </a:prstGeom>
          <a:noFill/>
        </p:spPr>
        <p:txBody>
          <a:bodyPr wrap="square" lIns="0" rIns="0" tIns="0" bIns="0">
            <a:spAutoFit/>
          </a:bodyPr>
          <a:lstStyle/>
          <a:p>
            <a:pPr algn="l">
              <a:lnSpc>
                <a:spcPct val="116000"/>
              </a:lnSpc>
              <a:spcBef>
                <a:spcPts val="0"/>
              </a:spcBef>
              <a:spcAft>
                <a:spcPts val="200"/>
              </a:spcAft>
            </a:pPr>
            <a:r>
              <a:rPr sz="1000" b="1">
                <a:solidFill>
                  <a:srgbClr val="A783D7"/>
                </a:solidFill>
                <a:latin typeface="Arial"/>
                <a:ea typeface="Apple SD Gothic Neo"/>
              </a:rPr>
              <a:t>09  /  A REAL REWORK LOOP</a:t>
            </a:r>
          </a:p>
        </p:txBody>
      </p:sp>
      <p:sp>
        <p:nvSpPr>
          <p:cNvPr id="3" name="TextBox 2"/>
          <p:cNvSpPr txBox="1"/>
          <p:nvPr/>
        </p:nvSpPr>
        <p:spPr>
          <a:xfrm>
            <a:off x="521207" y="832104"/>
            <a:ext cx="11064240" cy="1170432"/>
          </a:xfrm>
          <a:prstGeom prst="rect">
            <a:avLst/>
          </a:prstGeom>
          <a:noFill/>
        </p:spPr>
        <p:txBody>
          <a:bodyPr wrap="square" lIns="0" rIns="0" tIns="0" bIns="0">
            <a:spAutoFit/>
          </a:bodyPr>
          <a:lstStyle/>
          <a:p>
            <a:pPr algn="l">
              <a:lnSpc>
                <a:spcPct val="109000"/>
              </a:lnSpc>
              <a:spcBef>
                <a:spcPts val="0"/>
              </a:spcBef>
              <a:spcAft>
                <a:spcPts val="400"/>
              </a:spcAft>
            </a:pPr>
            <a:r>
              <a:rPr sz="3200" b="1">
                <a:solidFill>
                  <a:srgbClr val="182236"/>
                </a:solidFill>
                <a:latin typeface="Arial"/>
                <a:ea typeface="Apple SD Gothic Neo"/>
              </a:rPr>
              <a:t>실제 리허설도,</a:t>
            </a:r>
          </a:p>
          <a:p>
            <a:pPr algn="l">
              <a:lnSpc>
                <a:spcPct val="109000"/>
              </a:lnSpc>
              <a:spcBef>
                <a:spcPts val="0"/>
              </a:spcBef>
              <a:spcAft>
                <a:spcPts val="400"/>
              </a:spcAft>
            </a:pPr>
            <a:r>
              <a:rPr sz="3200" b="1">
                <a:solidFill>
                  <a:srgbClr val="182236"/>
                </a:solidFill>
                <a:latin typeface="Arial"/>
                <a:ea typeface="Apple SD Gothic Neo"/>
              </a:rPr>
              <a:t>한 번에 끝나지 않았습니다.</a:t>
            </a:r>
          </a:p>
        </p:txBody>
      </p:sp>
      <p:cxnSp>
        <p:nvCxnSpPr>
          <p:cNvPr id="4" name="Connector 3"/>
          <p:cNvCxnSpPr/>
          <p:nvPr/>
        </p:nvCxnSpPr>
        <p:spPr>
          <a:xfrm>
            <a:off x="521207" y="6446520"/>
            <a:ext cx="11128249" cy="0"/>
          </a:xfrm>
          <a:prstGeom prst="line">
            <a:avLst/>
          </a:prstGeom>
          <a:ln w="8890">
            <a:solidFill>
              <a:srgbClr val="DCE2EC"/>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9496" y="6547104"/>
            <a:ext cx="8778240" cy="173736"/>
          </a:xfrm>
          <a:prstGeom prst="rect">
            <a:avLst/>
          </a:prstGeom>
          <a:noFill/>
        </p:spPr>
        <p:txBody>
          <a:bodyPr wrap="square" lIns="0" rIns="0" tIns="0" bIns="0">
            <a:spAutoFit/>
          </a:bodyPr>
          <a:lstStyle/>
          <a:p>
            <a:pPr algn="l">
              <a:lnSpc>
                <a:spcPct val="116000"/>
              </a:lnSpc>
              <a:spcBef>
                <a:spcPts val="0"/>
              </a:spcBef>
              <a:spcAft>
                <a:spcPts val="200"/>
              </a:spcAft>
            </a:pPr>
            <a:r>
              <a:rPr sz="850" b="0">
                <a:solidFill>
                  <a:srgbClr val="78859A"/>
                </a:solidFill>
                <a:latin typeface="Arial"/>
                <a:ea typeface="Apple SD Gothic Neo"/>
              </a:rPr>
              <a:t>GitHub Copilot  /  Agentic Development in Action</a:t>
            </a:r>
          </a:p>
        </p:txBody>
      </p:sp>
      <p:sp>
        <p:nvSpPr>
          <p:cNvPr id="6" name="TextBox 5"/>
          <p:cNvSpPr txBox="1"/>
          <p:nvPr/>
        </p:nvSpPr>
        <p:spPr>
          <a:xfrm>
            <a:off x="11064240" y="6510528"/>
            <a:ext cx="576072" cy="246888"/>
          </a:xfrm>
          <a:prstGeom prst="rect">
            <a:avLst/>
          </a:prstGeom>
          <a:noFill/>
        </p:spPr>
        <p:txBody>
          <a:bodyPr wrap="square" lIns="0" rIns="0" tIns="0" bIns="0">
            <a:spAutoFit/>
          </a:bodyPr>
          <a:lstStyle/>
          <a:p>
            <a:pPr algn="r">
              <a:lnSpc>
                <a:spcPct val="116000"/>
              </a:lnSpc>
              <a:spcBef>
                <a:spcPts val="0"/>
              </a:spcBef>
              <a:spcAft>
                <a:spcPts val="200"/>
              </a:spcAft>
            </a:pPr>
            <a:r>
              <a:rPr sz="1100" b="0">
                <a:solidFill>
                  <a:srgbClr val="78859A"/>
                </a:solidFill>
                <a:latin typeface="Arial"/>
                <a:ea typeface="Apple SD Gothic Neo"/>
              </a:rPr>
              <a:t>10</a:t>
            </a:r>
          </a:p>
        </p:txBody>
      </p:sp>
      <p:sp>
        <p:nvSpPr>
          <p:cNvPr id="7" name="Rounded Rectangle 6"/>
          <p:cNvSpPr/>
          <p:nvPr/>
        </p:nvSpPr>
        <p:spPr>
          <a:xfrm>
            <a:off x="576072" y="2441448"/>
            <a:ext cx="3575304" cy="2889504"/>
          </a:xfrm>
          <a:prstGeom prst="roundRect">
            <a:avLst>
              <a:gd name="adj" fmla="val 12000"/>
            </a:avLst>
          </a:prstGeom>
          <a:solidFill>
            <a:srgbClr val="FFFFFF"/>
          </a:solidFill>
          <a:ln w="10160">
            <a:solidFill>
              <a:srgbClr val="DCE2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804672" y="2688336"/>
            <a:ext cx="1170432" cy="301752"/>
          </a:xfrm>
          <a:prstGeom prst="roundRect">
            <a:avLst>
              <a:gd name="adj" fmla="val 12000"/>
            </a:avLst>
          </a:prstGeom>
          <a:solidFill>
            <a:srgbClr val="EEE7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77824" y="2729484"/>
            <a:ext cx="1024128" cy="228600"/>
          </a:xfrm>
          <a:prstGeom prst="rect">
            <a:avLst/>
          </a:prstGeom>
          <a:noFill/>
        </p:spPr>
        <p:txBody>
          <a:bodyPr wrap="square" lIns="0" rIns="0" tIns="0" bIns="0">
            <a:spAutoFit/>
          </a:bodyPr>
          <a:lstStyle/>
          <a:p>
            <a:pPr algn="ctr">
              <a:lnSpc>
                <a:spcPct val="116000"/>
              </a:lnSpc>
              <a:spcBef>
                <a:spcPts val="0"/>
              </a:spcBef>
              <a:spcAft>
                <a:spcPts val="200"/>
              </a:spcAft>
            </a:pPr>
            <a:r>
              <a:rPr sz="1000" b="1">
                <a:solidFill>
                  <a:srgbClr val="267F62"/>
                </a:solidFill>
                <a:latin typeface="Arial"/>
                <a:ea typeface="Apple SD Gothic Neo"/>
              </a:rPr>
              <a:t>첫 구현</a:t>
            </a:r>
          </a:p>
        </p:txBody>
      </p:sp>
      <p:sp>
        <p:nvSpPr>
          <p:cNvPr id="10" name="TextBox 9"/>
          <p:cNvSpPr txBox="1"/>
          <p:nvPr/>
        </p:nvSpPr>
        <p:spPr>
          <a:xfrm>
            <a:off x="804672" y="3355848"/>
            <a:ext cx="3099816" cy="557784"/>
          </a:xfrm>
          <a:prstGeom prst="rect">
            <a:avLst/>
          </a:prstGeom>
          <a:noFill/>
        </p:spPr>
        <p:txBody>
          <a:bodyPr wrap="square" lIns="0" rIns="0" tIns="0" bIns="0">
            <a:spAutoFit/>
          </a:bodyPr>
          <a:lstStyle/>
          <a:p>
            <a:pPr algn="l">
              <a:lnSpc>
                <a:spcPct val="116000"/>
              </a:lnSpc>
              <a:spcBef>
                <a:spcPts val="0"/>
              </a:spcBef>
              <a:spcAft>
                <a:spcPts val="400"/>
              </a:spcAft>
            </a:pPr>
            <a:r>
              <a:rPr sz="2400" b="1">
                <a:solidFill>
                  <a:srgbClr val="182236"/>
                </a:solidFill>
                <a:latin typeface="Arial"/>
                <a:ea typeface="Apple SD Gothic Neo"/>
              </a:rPr>
              <a:t>서버 테스트 통과</a:t>
            </a:r>
          </a:p>
        </p:txBody>
      </p:sp>
      <p:sp>
        <p:nvSpPr>
          <p:cNvPr id="11" name="TextBox 10"/>
          <p:cNvSpPr txBox="1"/>
          <p:nvPr/>
        </p:nvSpPr>
        <p:spPr>
          <a:xfrm>
            <a:off x="804672" y="4197096"/>
            <a:ext cx="3099816" cy="832104"/>
          </a:xfrm>
          <a:prstGeom prst="rect">
            <a:avLst/>
          </a:prstGeom>
          <a:noFill/>
        </p:spPr>
        <p:txBody>
          <a:bodyPr wrap="square" lIns="0" rIns="0" tIns="0" bIns="0">
            <a:spAutoFit/>
          </a:bodyPr>
          <a:lstStyle/>
          <a:p>
            <a:pPr algn="l">
              <a:lnSpc>
                <a:spcPct val="116000"/>
              </a:lnSpc>
              <a:spcBef>
                <a:spcPts val="0"/>
              </a:spcBef>
              <a:spcAft>
                <a:spcPts val="400"/>
              </a:spcAft>
            </a:pPr>
            <a:r>
              <a:rPr sz="1700" b="0">
                <a:solidFill>
                  <a:srgbClr val="78859A"/>
                </a:solidFill>
                <a:latin typeface="Arial"/>
                <a:ea typeface="Apple SD Gothic Neo"/>
              </a:rPr>
              <a:t>중복 방지·기존 기능은</a:t>
            </a:r>
          </a:p>
          <a:p>
            <a:pPr algn="l">
              <a:lnSpc>
                <a:spcPct val="116000"/>
              </a:lnSpc>
              <a:spcBef>
                <a:spcPts val="0"/>
              </a:spcBef>
              <a:spcAft>
                <a:spcPts val="400"/>
              </a:spcAft>
            </a:pPr>
            <a:r>
              <a:rPr sz="1700" b="0">
                <a:solidFill>
                  <a:srgbClr val="78859A"/>
                </a:solidFill>
                <a:latin typeface="Arial"/>
                <a:ea typeface="Apple SD Gothic Neo"/>
              </a:rPr>
              <a:t>실행된 조건을 통과</a:t>
            </a:r>
          </a:p>
        </p:txBody>
      </p:sp>
      <p:sp>
        <p:nvSpPr>
          <p:cNvPr id="12" name="Rounded Rectangle 11"/>
          <p:cNvSpPr/>
          <p:nvPr/>
        </p:nvSpPr>
        <p:spPr>
          <a:xfrm>
            <a:off x="4379976" y="2441448"/>
            <a:ext cx="3575304" cy="2889504"/>
          </a:xfrm>
          <a:prstGeom prst="roundRect">
            <a:avLst>
              <a:gd name="adj" fmla="val 12000"/>
            </a:avLst>
          </a:prstGeom>
          <a:solidFill>
            <a:srgbClr val="FFFFFF"/>
          </a:solidFill>
          <a:ln w="10160">
            <a:solidFill>
              <a:srgbClr val="DCE2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ounded Rectangle 12"/>
          <p:cNvSpPr/>
          <p:nvPr/>
        </p:nvSpPr>
        <p:spPr>
          <a:xfrm>
            <a:off x="4608576" y="2688336"/>
            <a:ext cx="1170432" cy="301752"/>
          </a:xfrm>
          <a:prstGeom prst="roundRect">
            <a:avLst>
              <a:gd name="adj" fmla="val 12000"/>
            </a:avLst>
          </a:prstGeom>
          <a:solidFill>
            <a:srgbClr val="EEE7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681728" y="2729484"/>
            <a:ext cx="1024128" cy="228600"/>
          </a:xfrm>
          <a:prstGeom prst="rect">
            <a:avLst/>
          </a:prstGeom>
          <a:noFill/>
        </p:spPr>
        <p:txBody>
          <a:bodyPr wrap="square" lIns="0" rIns="0" tIns="0" bIns="0">
            <a:spAutoFit/>
          </a:bodyPr>
          <a:lstStyle/>
          <a:p>
            <a:pPr algn="ctr">
              <a:lnSpc>
                <a:spcPct val="116000"/>
              </a:lnSpc>
              <a:spcBef>
                <a:spcPts val="0"/>
              </a:spcBef>
              <a:spcAft>
                <a:spcPts val="200"/>
              </a:spcAft>
            </a:pPr>
            <a:r>
              <a:rPr sz="1000" b="1">
                <a:solidFill>
                  <a:srgbClr val="D36C78"/>
                </a:solidFill>
                <a:latin typeface="Arial"/>
                <a:ea typeface="Apple SD Gothic Neo"/>
              </a:rPr>
              <a:t>첫 검토</a:t>
            </a:r>
          </a:p>
        </p:txBody>
      </p:sp>
      <p:sp>
        <p:nvSpPr>
          <p:cNvPr id="15" name="TextBox 14"/>
          <p:cNvSpPr txBox="1"/>
          <p:nvPr/>
        </p:nvSpPr>
        <p:spPr>
          <a:xfrm>
            <a:off x="4608576" y="3355848"/>
            <a:ext cx="3099816" cy="557784"/>
          </a:xfrm>
          <a:prstGeom prst="rect">
            <a:avLst/>
          </a:prstGeom>
          <a:noFill/>
        </p:spPr>
        <p:txBody>
          <a:bodyPr wrap="square" lIns="0" rIns="0" tIns="0" bIns="0">
            <a:spAutoFit/>
          </a:bodyPr>
          <a:lstStyle/>
          <a:p>
            <a:pPr algn="l">
              <a:lnSpc>
                <a:spcPct val="116000"/>
              </a:lnSpc>
              <a:spcBef>
                <a:spcPts val="0"/>
              </a:spcBef>
              <a:spcAft>
                <a:spcPts val="400"/>
              </a:spcAft>
            </a:pPr>
            <a:r>
              <a:rPr sz="2400" b="1">
                <a:solidFill>
                  <a:srgbClr val="182236"/>
                </a:solidFill>
                <a:latin typeface="Arial"/>
                <a:ea typeface="Apple SD Gothic Neo"/>
              </a:rPr>
              <a:t>화면의 모순 발견</a:t>
            </a:r>
          </a:p>
        </p:txBody>
      </p:sp>
      <p:sp>
        <p:nvSpPr>
          <p:cNvPr id="16" name="TextBox 15"/>
          <p:cNvSpPr txBox="1"/>
          <p:nvPr/>
        </p:nvSpPr>
        <p:spPr>
          <a:xfrm>
            <a:off x="4608576" y="4197096"/>
            <a:ext cx="3099816" cy="832104"/>
          </a:xfrm>
          <a:prstGeom prst="rect">
            <a:avLst/>
          </a:prstGeom>
          <a:noFill/>
        </p:spPr>
        <p:txBody>
          <a:bodyPr wrap="square" lIns="0" rIns="0" tIns="0" bIns="0">
            <a:spAutoFit/>
          </a:bodyPr>
          <a:lstStyle/>
          <a:p>
            <a:pPr algn="l">
              <a:lnSpc>
                <a:spcPct val="116000"/>
              </a:lnSpc>
              <a:spcBef>
                <a:spcPts val="0"/>
              </a:spcBef>
              <a:spcAft>
                <a:spcPts val="400"/>
              </a:spcAft>
            </a:pPr>
            <a:r>
              <a:rPr sz="1700" b="0">
                <a:solidFill>
                  <a:srgbClr val="78859A"/>
                </a:solidFill>
                <a:latin typeface="Arial"/>
                <a:ea typeface="Apple SD Gothic Neo"/>
              </a:rPr>
              <a:t>주문은 실패했는데</a:t>
            </a:r>
          </a:p>
          <a:p>
            <a:pPr algn="l">
              <a:lnSpc>
                <a:spcPct val="116000"/>
              </a:lnSpc>
              <a:spcBef>
                <a:spcPts val="0"/>
              </a:spcBef>
              <a:spcAft>
                <a:spcPts val="400"/>
              </a:spcAft>
            </a:pPr>
            <a:r>
              <a:rPr sz="1700" b="0">
                <a:solidFill>
                  <a:srgbClr val="78859A"/>
                </a:solidFill>
                <a:latin typeface="Arial"/>
                <a:ea typeface="Apple SD Gothic Neo"/>
              </a:rPr>
              <a:t>정상이라고 표시할 가능성</a:t>
            </a:r>
          </a:p>
        </p:txBody>
      </p:sp>
      <p:sp>
        <p:nvSpPr>
          <p:cNvPr id="17" name="Rounded Rectangle 16"/>
          <p:cNvSpPr/>
          <p:nvPr/>
        </p:nvSpPr>
        <p:spPr>
          <a:xfrm>
            <a:off x="8183880" y="2441448"/>
            <a:ext cx="3575304" cy="2889504"/>
          </a:xfrm>
          <a:prstGeom prst="roundRect">
            <a:avLst>
              <a:gd name="adj" fmla="val 12000"/>
            </a:avLst>
          </a:prstGeom>
          <a:solidFill>
            <a:srgbClr val="FFFFFF"/>
          </a:solidFill>
          <a:ln w="10160">
            <a:solidFill>
              <a:srgbClr val="DCE2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8412480" y="2688336"/>
            <a:ext cx="1170432" cy="301752"/>
          </a:xfrm>
          <a:prstGeom prst="roundRect">
            <a:avLst>
              <a:gd name="adj" fmla="val 12000"/>
            </a:avLst>
          </a:prstGeom>
          <a:solidFill>
            <a:srgbClr val="EEE7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485632" y="2729484"/>
            <a:ext cx="1024128" cy="228600"/>
          </a:xfrm>
          <a:prstGeom prst="rect">
            <a:avLst/>
          </a:prstGeom>
          <a:noFill/>
        </p:spPr>
        <p:txBody>
          <a:bodyPr wrap="square" lIns="0" rIns="0" tIns="0" bIns="0">
            <a:spAutoFit/>
          </a:bodyPr>
          <a:lstStyle/>
          <a:p>
            <a:pPr algn="ctr">
              <a:lnSpc>
                <a:spcPct val="116000"/>
              </a:lnSpc>
              <a:spcBef>
                <a:spcPts val="0"/>
              </a:spcBef>
              <a:spcAft>
                <a:spcPts val="200"/>
              </a:spcAft>
            </a:pPr>
            <a:r>
              <a:rPr sz="1000" b="1">
                <a:solidFill>
                  <a:srgbClr val="A783D7"/>
                </a:solidFill>
                <a:latin typeface="Arial"/>
                <a:ea typeface="Apple SD Gothic Neo"/>
              </a:rPr>
              <a:t>재작업</a:t>
            </a:r>
          </a:p>
        </p:txBody>
      </p:sp>
      <p:sp>
        <p:nvSpPr>
          <p:cNvPr id="20" name="TextBox 19"/>
          <p:cNvSpPr txBox="1"/>
          <p:nvPr/>
        </p:nvSpPr>
        <p:spPr>
          <a:xfrm>
            <a:off x="8412480" y="3355848"/>
            <a:ext cx="3099816" cy="557784"/>
          </a:xfrm>
          <a:prstGeom prst="rect">
            <a:avLst/>
          </a:prstGeom>
          <a:noFill/>
        </p:spPr>
        <p:txBody>
          <a:bodyPr wrap="square" lIns="0" rIns="0" tIns="0" bIns="0">
            <a:spAutoFit/>
          </a:bodyPr>
          <a:lstStyle/>
          <a:p>
            <a:pPr algn="l">
              <a:lnSpc>
                <a:spcPct val="116000"/>
              </a:lnSpc>
              <a:spcBef>
                <a:spcPts val="0"/>
              </a:spcBef>
              <a:spcAft>
                <a:spcPts val="400"/>
              </a:spcAft>
            </a:pPr>
            <a:r>
              <a:rPr sz="2400" b="1">
                <a:solidFill>
                  <a:srgbClr val="182236"/>
                </a:solidFill>
                <a:latin typeface="Arial"/>
                <a:ea typeface="Apple SD Gothic Neo"/>
              </a:rPr>
              <a:t>수정 후 다시 확인</a:t>
            </a:r>
          </a:p>
        </p:txBody>
      </p:sp>
      <p:sp>
        <p:nvSpPr>
          <p:cNvPr id="21" name="TextBox 20"/>
          <p:cNvSpPr txBox="1"/>
          <p:nvPr/>
        </p:nvSpPr>
        <p:spPr>
          <a:xfrm>
            <a:off x="8412480" y="4197096"/>
            <a:ext cx="3099816" cy="832104"/>
          </a:xfrm>
          <a:prstGeom prst="rect">
            <a:avLst/>
          </a:prstGeom>
          <a:noFill/>
        </p:spPr>
        <p:txBody>
          <a:bodyPr wrap="square" lIns="0" rIns="0" tIns="0" bIns="0">
            <a:spAutoFit/>
          </a:bodyPr>
          <a:lstStyle/>
          <a:p>
            <a:pPr algn="l">
              <a:lnSpc>
                <a:spcPct val="116000"/>
              </a:lnSpc>
              <a:spcBef>
                <a:spcPts val="0"/>
              </a:spcBef>
              <a:spcAft>
                <a:spcPts val="400"/>
              </a:spcAft>
            </a:pPr>
            <a:r>
              <a:rPr sz="1700" b="0">
                <a:solidFill>
                  <a:srgbClr val="78859A"/>
                </a:solidFill>
                <a:latin typeface="Arial"/>
                <a:ea typeface="Apple SD Gothic Neo"/>
              </a:rPr>
              <a:t>검토 지적과 브라우저 실패를</a:t>
            </a:r>
          </a:p>
          <a:p>
            <a:pPr algn="l">
              <a:lnSpc>
                <a:spcPct val="116000"/>
              </a:lnSpc>
              <a:spcBef>
                <a:spcPts val="0"/>
              </a:spcBef>
              <a:spcAft>
                <a:spcPts val="400"/>
              </a:spcAft>
            </a:pPr>
            <a:r>
              <a:rPr sz="1700" b="0">
                <a:solidFill>
                  <a:srgbClr val="78859A"/>
                </a:solidFill>
                <a:latin typeface="Arial"/>
                <a:ea typeface="Apple SD Gothic Neo"/>
              </a:rPr>
              <a:t>구현 담당에게 전달</a:t>
            </a:r>
          </a:p>
        </p:txBody>
      </p:sp>
      <p:sp>
        <p:nvSpPr>
          <p:cNvPr id="22" name="TextBox 21"/>
          <p:cNvSpPr txBox="1"/>
          <p:nvPr/>
        </p:nvSpPr>
        <p:spPr>
          <a:xfrm>
            <a:off x="621792" y="5715000"/>
            <a:ext cx="10972800" cy="484632"/>
          </a:xfrm>
          <a:prstGeom prst="rect">
            <a:avLst/>
          </a:prstGeom>
          <a:noFill/>
        </p:spPr>
        <p:txBody>
          <a:bodyPr wrap="square" lIns="0" rIns="0" tIns="0" bIns="0">
            <a:spAutoFit/>
          </a:bodyPr>
          <a:lstStyle/>
          <a:p>
            <a:pPr algn="l">
              <a:lnSpc>
                <a:spcPct val="116000"/>
              </a:lnSpc>
              <a:spcBef>
                <a:spcPts val="0"/>
              </a:spcBef>
              <a:spcAft>
                <a:spcPts val="400"/>
              </a:spcAft>
            </a:pPr>
            <a:r>
              <a:rPr sz="2700" b="1">
                <a:solidFill>
                  <a:srgbClr val="A783D7"/>
                </a:solidFill>
                <a:latin typeface="Arial"/>
                <a:ea typeface="Apple SD Gothic Neo"/>
              </a:rPr>
              <a:t>테스트 통과 ≠ 검토 완료 ≠ 출시 승인</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521207" y="310896"/>
            <a:ext cx="10698480" cy="256032"/>
          </a:xfrm>
          <a:prstGeom prst="rect">
            <a:avLst/>
          </a:prstGeom>
          <a:noFill/>
        </p:spPr>
        <p:txBody>
          <a:bodyPr wrap="square" lIns="0" rIns="0" tIns="0" bIns="0">
            <a:spAutoFit/>
          </a:bodyPr>
          <a:lstStyle/>
          <a:p>
            <a:pPr algn="l">
              <a:lnSpc>
                <a:spcPct val="116000"/>
              </a:lnSpc>
              <a:spcBef>
                <a:spcPts val="0"/>
              </a:spcBef>
              <a:spcAft>
                <a:spcPts val="200"/>
              </a:spcAft>
            </a:pPr>
            <a:r>
              <a:rPr sz="1000" b="1">
                <a:solidFill>
                  <a:srgbClr val="A783D7"/>
                </a:solidFill>
                <a:latin typeface="Arial"/>
                <a:ea typeface="Apple SD Gothic Neo"/>
              </a:rPr>
              <a:t>10  /  A HUMAN DECISION REMAINS</a:t>
            </a:r>
          </a:p>
        </p:txBody>
      </p:sp>
      <p:sp>
        <p:nvSpPr>
          <p:cNvPr id="3" name="TextBox 2"/>
          <p:cNvSpPr txBox="1"/>
          <p:nvPr/>
        </p:nvSpPr>
        <p:spPr>
          <a:xfrm>
            <a:off x="521207" y="832104"/>
            <a:ext cx="11064240" cy="1170432"/>
          </a:xfrm>
          <a:prstGeom prst="rect">
            <a:avLst/>
          </a:prstGeom>
          <a:noFill/>
        </p:spPr>
        <p:txBody>
          <a:bodyPr wrap="square" lIns="0" rIns="0" tIns="0" bIns="0">
            <a:spAutoFit/>
          </a:bodyPr>
          <a:lstStyle/>
          <a:p>
            <a:pPr algn="l">
              <a:lnSpc>
                <a:spcPct val="109000"/>
              </a:lnSpc>
              <a:spcBef>
                <a:spcPts val="0"/>
              </a:spcBef>
              <a:spcAft>
                <a:spcPts val="400"/>
              </a:spcAft>
            </a:pPr>
            <a:r>
              <a:rPr sz="3200" b="1">
                <a:solidFill>
                  <a:srgbClr val="182236"/>
                </a:solidFill>
                <a:latin typeface="Arial"/>
                <a:ea typeface="Apple SD Gothic Neo"/>
              </a:rPr>
              <a:t>검토가 끝나도,</a:t>
            </a:r>
          </a:p>
          <a:p>
            <a:pPr algn="l">
              <a:lnSpc>
                <a:spcPct val="109000"/>
              </a:lnSpc>
              <a:spcBef>
                <a:spcPts val="0"/>
              </a:spcBef>
              <a:spcAft>
                <a:spcPts val="400"/>
              </a:spcAft>
            </a:pPr>
            <a:r>
              <a:rPr sz="3200" b="1">
                <a:solidFill>
                  <a:srgbClr val="182236"/>
                </a:solidFill>
                <a:latin typeface="Arial"/>
                <a:ea typeface="Apple SD Gothic Neo"/>
              </a:rPr>
              <a:t>출시는 자동으로 결정하지 않습니다.</a:t>
            </a:r>
          </a:p>
        </p:txBody>
      </p:sp>
      <p:cxnSp>
        <p:nvCxnSpPr>
          <p:cNvPr id="4" name="Connector 3"/>
          <p:cNvCxnSpPr/>
          <p:nvPr/>
        </p:nvCxnSpPr>
        <p:spPr>
          <a:xfrm>
            <a:off x="521207" y="6446520"/>
            <a:ext cx="11128249" cy="0"/>
          </a:xfrm>
          <a:prstGeom prst="line">
            <a:avLst/>
          </a:prstGeom>
          <a:ln w="8890">
            <a:solidFill>
              <a:srgbClr val="DCE2EC"/>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9496" y="6547104"/>
            <a:ext cx="8778240" cy="173736"/>
          </a:xfrm>
          <a:prstGeom prst="rect">
            <a:avLst/>
          </a:prstGeom>
          <a:noFill/>
        </p:spPr>
        <p:txBody>
          <a:bodyPr wrap="square" lIns="0" rIns="0" tIns="0" bIns="0">
            <a:spAutoFit/>
          </a:bodyPr>
          <a:lstStyle/>
          <a:p>
            <a:pPr algn="l">
              <a:lnSpc>
                <a:spcPct val="116000"/>
              </a:lnSpc>
              <a:spcBef>
                <a:spcPts val="0"/>
              </a:spcBef>
              <a:spcAft>
                <a:spcPts val="200"/>
              </a:spcAft>
            </a:pPr>
            <a:r>
              <a:rPr sz="850" b="0">
                <a:solidFill>
                  <a:srgbClr val="78859A"/>
                </a:solidFill>
                <a:latin typeface="Arial"/>
                <a:ea typeface="Apple SD Gothic Neo"/>
              </a:rPr>
              <a:t>GitHub Copilot  /  Agentic Development in Action</a:t>
            </a:r>
          </a:p>
        </p:txBody>
      </p:sp>
      <p:sp>
        <p:nvSpPr>
          <p:cNvPr id="6" name="TextBox 5"/>
          <p:cNvSpPr txBox="1"/>
          <p:nvPr/>
        </p:nvSpPr>
        <p:spPr>
          <a:xfrm>
            <a:off x="11064240" y="6510528"/>
            <a:ext cx="576072" cy="246888"/>
          </a:xfrm>
          <a:prstGeom prst="rect">
            <a:avLst/>
          </a:prstGeom>
          <a:noFill/>
        </p:spPr>
        <p:txBody>
          <a:bodyPr wrap="square" lIns="0" rIns="0" tIns="0" bIns="0">
            <a:spAutoFit/>
          </a:bodyPr>
          <a:lstStyle/>
          <a:p>
            <a:pPr algn="r">
              <a:lnSpc>
                <a:spcPct val="116000"/>
              </a:lnSpc>
              <a:spcBef>
                <a:spcPts val="0"/>
              </a:spcBef>
              <a:spcAft>
                <a:spcPts val="200"/>
              </a:spcAft>
            </a:pPr>
            <a:r>
              <a:rPr sz="1100" b="0">
                <a:solidFill>
                  <a:srgbClr val="78859A"/>
                </a:solidFill>
                <a:latin typeface="Arial"/>
                <a:ea typeface="Apple SD Gothic Neo"/>
              </a:rPr>
              <a:t>11</a:t>
            </a:r>
          </a:p>
        </p:txBody>
      </p:sp>
      <p:sp>
        <p:nvSpPr>
          <p:cNvPr id="7" name="Rounded Rectangle 6"/>
          <p:cNvSpPr/>
          <p:nvPr/>
        </p:nvSpPr>
        <p:spPr>
          <a:xfrm>
            <a:off x="566928" y="2468880"/>
            <a:ext cx="3758184" cy="3621024"/>
          </a:xfrm>
          <a:prstGeom prst="roundRect">
            <a:avLst>
              <a:gd name="adj" fmla="val 12000"/>
            </a:avLst>
          </a:prstGeom>
          <a:solidFill>
            <a:srgbClr val="FFFFFF"/>
          </a:solidFill>
          <a:ln w="10160">
            <a:solidFill>
              <a:srgbClr val="DCE2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804672" y="2724912"/>
            <a:ext cx="3227832" cy="301752"/>
          </a:xfrm>
          <a:prstGeom prst="roundRect">
            <a:avLst>
              <a:gd name="adj" fmla="val 12000"/>
            </a:avLst>
          </a:prstGeom>
          <a:solidFill>
            <a:srgbClr val="EEE7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77824" y="2766060"/>
            <a:ext cx="3081527" cy="228600"/>
          </a:xfrm>
          <a:prstGeom prst="rect">
            <a:avLst/>
          </a:prstGeom>
          <a:noFill/>
        </p:spPr>
        <p:txBody>
          <a:bodyPr wrap="square" lIns="0" rIns="0" tIns="0" bIns="0">
            <a:spAutoFit/>
          </a:bodyPr>
          <a:lstStyle/>
          <a:p>
            <a:pPr algn="ctr">
              <a:lnSpc>
                <a:spcPct val="116000"/>
              </a:lnSpc>
              <a:spcBef>
                <a:spcPts val="0"/>
              </a:spcBef>
              <a:spcAft>
                <a:spcPts val="200"/>
              </a:spcAft>
            </a:pPr>
            <a:r>
              <a:rPr sz="1000" b="1">
                <a:solidFill>
                  <a:srgbClr val="A783D7"/>
                </a:solidFill>
                <a:latin typeface="Arial"/>
                <a:ea typeface="Apple SD Gothic Neo"/>
              </a:rPr>
              <a:t>최종 출시 판단 대기</a:t>
            </a:r>
          </a:p>
        </p:txBody>
      </p:sp>
      <p:sp>
        <p:nvSpPr>
          <p:cNvPr id="10" name="TextBox 9"/>
          <p:cNvSpPr txBox="1"/>
          <p:nvPr/>
        </p:nvSpPr>
        <p:spPr>
          <a:xfrm>
            <a:off x="822960" y="3319272"/>
            <a:ext cx="3154680" cy="384048"/>
          </a:xfrm>
          <a:prstGeom prst="rect">
            <a:avLst/>
          </a:prstGeom>
          <a:noFill/>
        </p:spPr>
        <p:txBody>
          <a:bodyPr wrap="square" lIns="0" rIns="0" tIns="0" bIns="0">
            <a:spAutoFit/>
          </a:bodyPr>
          <a:lstStyle/>
          <a:p>
            <a:pPr algn="l">
              <a:lnSpc>
                <a:spcPct val="116000"/>
              </a:lnSpc>
              <a:spcBef>
                <a:spcPts val="0"/>
              </a:spcBef>
              <a:spcAft>
                <a:spcPts val="400"/>
              </a:spcAft>
            </a:pPr>
            <a:r>
              <a:rPr sz="1900" b="1">
                <a:solidFill>
                  <a:srgbClr val="182236"/>
                </a:solidFill>
                <a:latin typeface="Arial"/>
                <a:ea typeface="Apple SD Gothic Neo"/>
              </a:rPr>
              <a:t>확인한 것</a:t>
            </a:r>
          </a:p>
        </p:txBody>
      </p:sp>
      <p:sp>
        <p:nvSpPr>
          <p:cNvPr id="11" name="TextBox 10"/>
          <p:cNvSpPr txBox="1"/>
          <p:nvPr/>
        </p:nvSpPr>
        <p:spPr>
          <a:xfrm>
            <a:off x="822960" y="3813048"/>
            <a:ext cx="3163824" cy="795528"/>
          </a:xfrm>
          <a:prstGeom prst="rect">
            <a:avLst/>
          </a:prstGeom>
          <a:noFill/>
        </p:spPr>
        <p:txBody>
          <a:bodyPr wrap="square" lIns="0" rIns="0" tIns="0" bIns="0">
            <a:spAutoFit/>
          </a:bodyPr>
          <a:lstStyle/>
          <a:p>
            <a:pPr algn="l">
              <a:lnSpc>
                <a:spcPct val="116000"/>
              </a:lnSpc>
              <a:spcBef>
                <a:spcPts val="0"/>
              </a:spcBef>
              <a:spcAft>
                <a:spcPts val="400"/>
              </a:spcAft>
            </a:pPr>
            <a:r>
              <a:rPr sz="1700" b="0">
                <a:solidFill>
                  <a:srgbClr val="78859A"/>
                </a:solidFill>
                <a:latin typeface="Arial"/>
                <a:ea typeface="Apple SD Gothic Neo"/>
              </a:rPr>
              <a:t>중복 방지 · 정상 주문 유지</a:t>
            </a:r>
          </a:p>
          <a:p>
            <a:pPr algn="l">
              <a:lnSpc>
                <a:spcPct val="116000"/>
              </a:lnSpc>
              <a:spcBef>
                <a:spcPts val="0"/>
              </a:spcBef>
              <a:spcAft>
                <a:spcPts val="400"/>
              </a:spcAft>
            </a:pPr>
            <a:r>
              <a:rPr sz="1700" b="0">
                <a:solidFill>
                  <a:srgbClr val="78859A"/>
                </a:solidFill>
                <a:latin typeface="Arial"/>
                <a:ea typeface="Apple SD Gothic Neo"/>
              </a:rPr>
              <a:t>실제 변경 · 실행된 테스트</a:t>
            </a:r>
          </a:p>
        </p:txBody>
      </p:sp>
      <p:sp>
        <p:nvSpPr>
          <p:cNvPr id="12" name="TextBox 11"/>
          <p:cNvSpPr txBox="1"/>
          <p:nvPr/>
        </p:nvSpPr>
        <p:spPr>
          <a:xfrm>
            <a:off x="822960" y="4773168"/>
            <a:ext cx="3172968" cy="384048"/>
          </a:xfrm>
          <a:prstGeom prst="rect">
            <a:avLst/>
          </a:prstGeom>
          <a:noFill/>
        </p:spPr>
        <p:txBody>
          <a:bodyPr wrap="square" lIns="0" rIns="0" tIns="0" bIns="0">
            <a:spAutoFit/>
          </a:bodyPr>
          <a:lstStyle/>
          <a:p>
            <a:pPr algn="l">
              <a:lnSpc>
                <a:spcPct val="116000"/>
              </a:lnSpc>
              <a:spcBef>
                <a:spcPts val="0"/>
              </a:spcBef>
              <a:spcAft>
                <a:spcPts val="400"/>
              </a:spcAft>
            </a:pPr>
            <a:r>
              <a:rPr sz="1900" b="1">
                <a:solidFill>
                  <a:srgbClr val="182236"/>
                </a:solidFill>
                <a:latin typeface="Arial"/>
                <a:ea typeface="Apple SD Gothic Neo"/>
              </a:rPr>
              <a:t>아직 보장하지 않는 것</a:t>
            </a:r>
          </a:p>
        </p:txBody>
      </p:sp>
      <p:sp>
        <p:nvSpPr>
          <p:cNvPr id="13" name="TextBox 12"/>
          <p:cNvSpPr txBox="1"/>
          <p:nvPr/>
        </p:nvSpPr>
        <p:spPr>
          <a:xfrm>
            <a:off x="822960" y="5266944"/>
            <a:ext cx="3172968" cy="640080"/>
          </a:xfrm>
          <a:prstGeom prst="rect">
            <a:avLst/>
          </a:prstGeom>
          <a:noFill/>
        </p:spPr>
        <p:txBody>
          <a:bodyPr wrap="square" lIns="0" rIns="0" tIns="0" bIns="0">
            <a:spAutoFit/>
          </a:bodyPr>
          <a:lstStyle/>
          <a:p>
            <a:pPr algn="l">
              <a:lnSpc>
                <a:spcPct val="116000"/>
              </a:lnSpc>
              <a:spcBef>
                <a:spcPts val="0"/>
              </a:spcBef>
              <a:spcAft>
                <a:spcPts val="400"/>
              </a:spcAft>
            </a:pPr>
            <a:r>
              <a:rPr sz="1600" b="0">
                <a:solidFill>
                  <a:srgbClr val="78859A"/>
                </a:solidFill>
                <a:latin typeface="Arial"/>
                <a:ea typeface="Apple SD Gothic Neo"/>
              </a:rPr>
              <a:t>재시작 · 다중 인스턴스</a:t>
            </a:r>
          </a:p>
          <a:p>
            <a:pPr algn="l">
              <a:lnSpc>
                <a:spcPct val="116000"/>
              </a:lnSpc>
              <a:spcBef>
                <a:spcPts val="0"/>
              </a:spcBef>
              <a:spcAft>
                <a:spcPts val="400"/>
              </a:spcAft>
            </a:pPr>
            <a:r>
              <a:rPr sz="1600" b="0">
                <a:solidFill>
                  <a:srgbClr val="78859A"/>
                </a:solidFill>
                <a:latin typeface="Arial"/>
                <a:ea typeface="Apple SD Gothic Neo"/>
              </a:rPr>
              <a:t>실제 결제 · 운영 배포</a:t>
            </a:r>
          </a:p>
        </p:txBody>
      </p:sp>
      <p:sp>
        <p:nvSpPr>
          <p:cNvPr id="14" name="Rounded Rectangle 13"/>
          <p:cNvSpPr/>
          <p:nvPr/>
        </p:nvSpPr>
        <p:spPr>
          <a:xfrm>
            <a:off x="4613148" y="2464308"/>
            <a:ext cx="7013448" cy="3657600"/>
          </a:xfrm>
          <a:prstGeom prst="roundRect">
            <a:avLst>
              <a:gd name="adj" fmla="val 12000"/>
            </a:avLst>
          </a:prstGeom>
          <a:solidFill>
            <a:srgbClr val="FFFFFF"/>
          </a:solidFill>
          <a:ln w="10160">
            <a:solidFill>
              <a:srgbClr val="DCE2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04-review.png"/>
          <p:cNvPicPr>
            <a:picLocks noChangeAspect="1"/>
          </p:cNvPicPr>
          <p:nvPr/>
        </p:nvPicPr>
        <p:blipFill>
          <a:blip r:embed="rId2"/>
          <a:srcRect t="11915" b="11915"/>
          <a:stretch>
            <a:fillRect/>
          </a:stretch>
        </p:blipFill>
        <p:spPr>
          <a:xfrm>
            <a:off x="4636008" y="2487168"/>
            <a:ext cx="6967728" cy="36118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1727"/>
        </a:solidFill>
        <a:effectLst/>
      </p:bgPr>
    </p:bg>
    <p:spTree>
      <p:nvGrpSpPr>
        <p:cNvPr id="1" name=""/>
        <p:cNvGrpSpPr/>
        <p:nvPr/>
      </p:nvGrpSpPr>
      <p:grpSpPr/>
      <p:sp>
        <p:nvSpPr>
          <p:cNvPr id="2" name="TextBox 1"/>
          <p:cNvSpPr txBox="1"/>
          <p:nvPr/>
        </p:nvSpPr>
        <p:spPr>
          <a:xfrm>
            <a:off x="521207" y="310896"/>
            <a:ext cx="10698480" cy="256032"/>
          </a:xfrm>
          <a:prstGeom prst="rect">
            <a:avLst/>
          </a:prstGeom>
          <a:noFill/>
        </p:spPr>
        <p:txBody>
          <a:bodyPr wrap="square" lIns="0" rIns="0" tIns="0" bIns="0">
            <a:spAutoFit/>
          </a:bodyPr>
          <a:lstStyle/>
          <a:p>
            <a:pPr algn="l">
              <a:lnSpc>
                <a:spcPct val="116000"/>
              </a:lnSpc>
              <a:spcBef>
                <a:spcPts val="0"/>
              </a:spcBef>
              <a:spcAft>
                <a:spcPts val="200"/>
              </a:spcAft>
            </a:pPr>
            <a:r>
              <a:rPr sz="1000" b="1">
                <a:solidFill>
                  <a:srgbClr val="D6C1F0"/>
                </a:solidFill>
                <a:latin typeface="Arial"/>
                <a:ea typeface="Apple SD Gothic Neo"/>
              </a:rPr>
              <a:t>11  /  WHAT THE ORGANIZATION CONTROLS</a:t>
            </a:r>
          </a:p>
        </p:txBody>
      </p:sp>
      <p:sp>
        <p:nvSpPr>
          <p:cNvPr id="3" name="TextBox 2"/>
          <p:cNvSpPr txBox="1"/>
          <p:nvPr/>
        </p:nvSpPr>
        <p:spPr>
          <a:xfrm>
            <a:off x="521207" y="832104"/>
            <a:ext cx="11064240" cy="1170432"/>
          </a:xfrm>
          <a:prstGeom prst="rect">
            <a:avLst/>
          </a:prstGeom>
          <a:noFill/>
        </p:spPr>
        <p:txBody>
          <a:bodyPr wrap="square" lIns="0" rIns="0" tIns="0" bIns="0">
            <a:spAutoFit/>
          </a:bodyPr>
          <a:lstStyle/>
          <a:p>
            <a:pPr algn="l">
              <a:lnSpc>
                <a:spcPct val="109000"/>
              </a:lnSpc>
              <a:spcBef>
                <a:spcPts val="0"/>
              </a:spcBef>
              <a:spcAft>
                <a:spcPts val="400"/>
              </a:spcAft>
            </a:pPr>
            <a:r>
              <a:rPr sz="3200" b="1">
                <a:solidFill>
                  <a:srgbClr val="FFFFFF"/>
                </a:solidFill>
                <a:latin typeface="Arial"/>
                <a:ea typeface="Apple SD Gothic Neo"/>
              </a:rPr>
              <a:t>사람의 책임을,</a:t>
            </a:r>
          </a:p>
          <a:p>
            <a:pPr algn="l">
              <a:lnSpc>
                <a:spcPct val="109000"/>
              </a:lnSpc>
              <a:spcBef>
                <a:spcPts val="0"/>
              </a:spcBef>
              <a:spcAft>
                <a:spcPts val="400"/>
              </a:spcAft>
            </a:pPr>
            <a:r>
              <a:rPr sz="3200" b="1">
                <a:solidFill>
                  <a:srgbClr val="FFFFFF"/>
                </a:solidFill>
                <a:latin typeface="Arial"/>
                <a:ea typeface="Apple SD Gothic Neo"/>
              </a:rPr>
              <a:t>결정 지점으로 드러냅니다.</a:t>
            </a:r>
          </a:p>
        </p:txBody>
      </p:sp>
      <p:cxnSp>
        <p:nvCxnSpPr>
          <p:cNvPr id="4" name="Connector 3"/>
          <p:cNvCxnSpPr/>
          <p:nvPr/>
        </p:nvCxnSpPr>
        <p:spPr>
          <a:xfrm>
            <a:off x="521207" y="6446520"/>
            <a:ext cx="11128249" cy="0"/>
          </a:xfrm>
          <a:prstGeom prst="line">
            <a:avLst/>
          </a:prstGeom>
          <a:ln w="8890">
            <a:solidFill>
              <a:srgbClr val="1A2439"/>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9496" y="6547104"/>
            <a:ext cx="8778240" cy="173736"/>
          </a:xfrm>
          <a:prstGeom prst="rect">
            <a:avLst/>
          </a:prstGeom>
          <a:noFill/>
        </p:spPr>
        <p:txBody>
          <a:bodyPr wrap="square" lIns="0" rIns="0" tIns="0" bIns="0">
            <a:spAutoFit/>
          </a:bodyPr>
          <a:lstStyle/>
          <a:p>
            <a:pPr algn="l">
              <a:lnSpc>
                <a:spcPct val="116000"/>
              </a:lnSpc>
              <a:spcBef>
                <a:spcPts val="0"/>
              </a:spcBef>
              <a:spcAft>
                <a:spcPts val="200"/>
              </a:spcAft>
            </a:pPr>
            <a:r>
              <a:rPr sz="850" b="0">
                <a:solidFill>
                  <a:srgbClr val="78859A"/>
                </a:solidFill>
                <a:latin typeface="Arial"/>
                <a:ea typeface="Apple SD Gothic Neo"/>
              </a:rPr>
              <a:t>GitHub Copilot  /  Agentic Development in Action</a:t>
            </a:r>
          </a:p>
        </p:txBody>
      </p:sp>
      <p:sp>
        <p:nvSpPr>
          <p:cNvPr id="6" name="TextBox 5"/>
          <p:cNvSpPr txBox="1"/>
          <p:nvPr/>
        </p:nvSpPr>
        <p:spPr>
          <a:xfrm>
            <a:off x="11064240" y="6510528"/>
            <a:ext cx="576072" cy="246888"/>
          </a:xfrm>
          <a:prstGeom prst="rect">
            <a:avLst/>
          </a:prstGeom>
          <a:noFill/>
        </p:spPr>
        <p:txBody>
          <a:bodyPr wrap="square" lIns="0" rIns="0" tIns="0" bIns="0">
            <a:spAutoFit/>
          </a:bodyPr>
          <a:lstStyle/>
          <a:p>
            <a:pPr algn="r">
              <a:lnSpc>
                <a:spcPct val="116000"/>
              </a:lnSpc>
              <a:spcBef>
                <a:spcPts val="0"/>
              </a:spcBef>
              <a:spcAft>
                <a:spcPts val="200"/>
              </a:spcAft>
            </a:pPr>
            <a:r>
              <a:rPr sz="1100" b="0">
                <a:solidFill>
                  <a:srgbClr val="B1BED3"/>
                </a:solidFill>
                <a:latin typeface="Arial"/>
                <a:ea typeface="Apple SD Gothic Neo"/>
              </a:rPr>
              <a:t>12</a:t>
            </a:r>
          </a:p>
        </p:txBody>
      </p:sp>
      <p:sp>
        <p:nvSpPr>
          <p:cNvPr id="7" name="Rounded Rectangle 6"/>
          <p:cNvSpPr/>
          <p:nvPr/>
        </p:nvSpPr>
        <p:spPr>
          <a:xfrm>
            <a:off x="585216" y="2478024"/>
            <a:ext cx="3557016" cy="3182112"/>
          </a:xfrm>
          <a:prstGeom prst="roundRect">
            <a:avLst>
              <a:gd name="adj" fmla="val 12000"/>
            </a:avLst>
          </a:prstGeom>
          <a:solidFill>
            <a:srgbClr val="1A243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22960" y="2715768"/>
            <a:ext cx="3063240" cy="356616"/>
          </a:xfrm>
          <a:prstGeom prst="rect">
            <a:avLst/>
          </a:prstGeom>
          <a:noFill/>
        </p:spPr>
        <p:txBody>
          <a:bodyPr wrap="square" lIns="0" rIns="0" tIns="0" bIns="0">
            <a:spAutoFit/>
          </a:bodyPr>
          <a:lstStyle/>
          <a:p>
            <a:pPr algn="l">
              <a:lnSpc>
                <a:spcPct val="116000"/>
              </a:lnSpc>
              <a:spcBef>
                <a:spcPts val="0"/>
              </a:spcBef>
              <a:spcAft>
                <a:spcPts val="400"/>
              </a:spcAft>
            </a:pPr>
            <a:r>
              <a:rPr sz="2000" b="1">
                <a:solidFill>
                  <a:srgbClr val="F0C083"/>
                </a:solidFill>
                <a:latin typeface="Arial"/>
                <a:ea typeface="Apple SD Gothic Neo"/>
              </a:rPr>
              <a:t>01</a:t>
            </a:r>
          </a:p>
        </p:txBody>
      </p:sp>
      <p:sp>
        <p:nvSpPr>
          <p:cNvPr id="9" name="TextBox 8"/>
          <p:cNvSpPr txBox="1"/>
          <p:nvPr/>
        </p:nvSpPr>
        <p:spPr>
          <a:xfrm>
            <a:off x="822960" y="3282696"/>
            <a:ext cx="3063240" cy="457200"/>
          </a:xfrm>
          <a:prstGeom prst="rect">
            <a:avLst/>
          </a:prstGeom>
          <a:noFill/>
        </p:spPr>
        <p:txBody>
          <a:bodyPr wrap="square" lIns="0" rIns="0" tIns="0" bIns="0">
            <a:spAutoFit/>
          </a:bodyPr>
          <a:lstStyle/>
          <a:p>
            <a:pPr algn="l">
              <a:lnSpc>
                <a:spcPct val="116000"/>
              </a:lnSpc>
              <a:spcBef>
                <a:spcPts val="0"/>
              </a:spcBef>
              <a:spcAft>
                <a:spcPts val="400"/>
              </a:spcAft>
            </a:pPr>
            <a:r>
              <a:rPr sz="2500" b="1">
                <a:solidFill>
                  <a:srgbClr val="FFFFFF"/>
                </a:solidFill>
                <a:latin typeface="Arial"/>
                <a:ea typeface="Apple SD Gothic Neo"/>
              </a:rPr>
              <a:t>구현 전에</a:t>
            </a:r>
          </a:p>
        </p:txBody>
      </p:sp>
      <p:sp>
        <p:nvSpPr>
          <p:cNvPr id="10" name="TextBox 9"/>
          <p:cNvSpPr txBox="1"/>
          <p:nvPr/>
        </p:nvSpPr>
        <p:spPr>
          <a:xfrm>
            <a:off x="822960" y="3904487"/>
            <a:ext cx="3063240" cy="448056"/>
          </a:xfrm>
          <a:prstGeom prst="rect">
            <a:avLst/>
          </a:prstGeom>
          <a:noFill/>
        </p:spPr>
        <p:txBody>
          <a:bodyPr wrap="square" lIns="0" rIns="0" tIns="0" bIns="0">
            <a:spAutoFit/>
          </a:bodyPr>
          <a:lstStyle/>
          <a:p>
            <a:pPr algn="l">
              <a:lnSpc>
                <a:spcPct val="116000"/>
              </a:lnSpc>
              <a:spcBef>
                <a:spcPts val="0"/>
              </a:spcBef>
              <a:spcAft>
                <a:spcPts val="400"/>
              </a:spcAft>
            </a:pPr>
            <a:r>
              <a:rPr sz="2000" b="1">
                <a:solidFill>
                  <a:srgbClr val="D6C1F0"/>
                </a:solidFill>
                <a:latin typeface="Arial"/>
                <a:ea typeface="Apple SD Gothic Neo"/>
              </a:rPr>
              <a:t>범위와 완료 기준</a:t>
            </a:r>
          </a:p>
        </p:txBody>
      </p:sp>
      <p:sp>
        <p:nvSpPr>
          <p:cNvPr id="11" name="TextBox 10"/>
          <p:cNvSpPr txBox="1"/>
          <p:nvPr/>
        </p:nvSpPr>
        <p:spPr>
          <a:xfrm>
            <a:off x="822960" y="4572000"/>
            <a:ext cx="3063240" cy="804672"/>
          </a:xfrm>
          <a:prstGeom prst="rect">
            <a:avLst/>
          </a:prstGeom>
          <a:noFill/>
        </p:spPr>
        <p:txBody>
          <a:bodyPr wrap="square" lIns="0" rIns="0" tIns="0" bIns="0">
            <a:spAutoFit/>
          </a:bodyPr>
          <a:lstStyle/>
          <a:p>
            <a:pPr algn="l">
              <a:lnSpc>
                <a:spcPct val="116000"/>
              </a:lnSpc>
              <a:spcBef>
                <a:spcPts val="0"/>
              </a:spcBef>
              <a:spcAft>
                <a:spcPts val="400"/>
              </a:spcAft>
            </a:pPr>
            <a:r>
              <a:rPr sz="1700" b="0">
                <a:solidFill>
                  <a:srgbClr val="B1BED3"/>
                </a:solidFill>
                <a:latin typeface="Arial"/>
                <a:ea typeface="Apple SD Gothic Neo"/>
              </a:rPr>
              <a:t>허용 파일 · 금지 작업</a:t>
            </a:r>
          </a:p>
          <a:p>
            <a:pPr algn="l">
              <a:lnSpc>
                <a:spcPct val="116000"/>
              </a:lnSpc>
              <a:spcBef>
                <a:spcPts val="0"/>
              </a:spcBef>
              <a:spcAft>
                <a:spcPts val="400"/>
              </a:spcAft>
            </a:pPr>
            <a:r>
              <a:rPr sz="1700" b="0">
                <a:solidFill>
                  <a:srgbClr val="B1BED3"/>
                </a:solidFill>
                <a:latin typeface="Arial"/>
                <a:ea typeface="Apple SD Gothic Neo"/>
              </a:rPr>
              <a:t>무엇을 테스트할지</a:t>
            </a:r>
          </a:p>
        </p:txBody>
      </p:sp>
      <p:sp>
        <p:nvSpPr>
          <p:cNvPr id="12" name="Rounded Rectangle 11"/>
          <p:cNvSpPr/>
          <p:nvPr/>
        </p:nvSpPr>
        <p:spPr>
          <a:xfrm>
            <a:off x="4379976" y="2478024"/>
            <a:ext cx="3557016" cy="3182112"/>
          </a:xfrm>
          <a:prstGeom prst="roundRect">
            <a:avLst>
              <a:gd name="adj" fmla="val 12000"/>
            </a:avLst>
          </a:prstGeom>
          <a:solidFill>
            <a:srgbClr val="1A243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617720" y="2715768"/>
            <a:ext cx="3063240" cy="356616"/>
          </a:xfrm>
          <a:prstGeom prst="rect">
            <a:avLst/>
          </a:prstGeom>
          <a:noFill/>
        </p:spPr>
        <p:txBody>
          <a:bodyPr wrap="square" lIns="0" rIns="0" tIns="0" bIns="0">
            <a:spAutoFit/>
          </a:bodyPr>
          <a:lstStyle/>
          <a:p>
            <a:pPr algn="l">
              <a:lnSpc>
                <a:spcPct val="116000"/>
              </a:lnSpc>
              <a:spcBef>
                <a:spcPts val="0"/>
              </a:spcBef>
              <a:spcAft>
                <a:spcPts val="400"/>
              </a:spcAft>
            </a:pPr>
            <a:r>
              <a:rPr sz="2000" b="1">
                <a:solidFill>
                  <a:srgbClr val="F0C083"/>
                </a:solidFill>
                <a:latin typeface="Arial"/>
                <a:ea typeface="Apple SD Gothic Neo"/>
              </a:rPr>
              <a:t>02</a:t>
            </a:r>
          </a:p>
        </p:txBody>
      </p:sp>
      <p:sp>
        <p:nvSpPr>
          <p:cNvPr id="14" name="TextBox 13"/>
          <p:cNvSpPr txBox="1"/>
          <p:nvPr/>
        </p:nvSpPr>
        <p:spPr>
          <a:xfrm>
            <a:off x="4617720" y="3282696"/>
            <a:ext cx="3063240" cy="457200"/>
          </a:xfrm>
          <a:prstGeom prst="rect">
            <a:avLst/>
          </a:prstGeom>
          <a:noFill/>
        </p:spPr>
        <p:txBody>
          <a:bodyPr wrap="square" lIns="0" rIns="0" tIns="0" bIns="0">
            <a:spAutoFit/>
          </a:bodyPr>
          <a:lstStyle/>
          <a:p>
            <a:pPr algn="l">
              <a:lnSpc>
                <a:spcPct val="116000"/>
              </a:lnSpc>
              <a:spcBef>
                <a:spcPts val="0"/>
              </a:spcBef>
              <a:spcAft>
                <a:spcPts val="400"/>
              </a:spcAft>
            </a:pPr>
            <a:r>
              <a:rPr sz="2500" b="1">
                <a:solidFill>
                  <a:srgbClr val="FFFFFF"/>
                </a:solidFill>
                <a:latin typeface="Arial"/>
                <a:ea typeface="Apple SD Gothic Neo"/>
              </a:rPr>
              <a:t>검토하기 전에</a:t>
            </a:r>
          </a:p>
        </p:txBody>
      </p:sp>
      <p:sp>
        <p:nvSpPr>
          <p:cNvPr id="15" name="TextBox 14"/>
          <p:cNvSpPr txBox="1"/>
          <p:nvPr/>
        </p:nvSpPr>
        <p:spPr>
          <a:xfrm>
            <a:off x="4617720" y="3904487"/>
            <a:ext cx="3063240" cy="448056"/>
          </a:xfrm>
          <a:prstGeom prst="rect">
            <a:avLst/>
          </a:prstGeom>
          <a:noFill/>
        </p:spPr>
        <p:txBody>
          <a:bodyPr wrap="square" lIns="0" rIns="0" tIns="0" bIns="0">
            <a:spAutoFit/>
          </a:bodyPr>
          <a:lstStyle/>
          <a:p>
            <a:pPr algn="l">
              <a:lnSpc>
                <a:spcPct val="116000"/>
              </a:lnSpc>
              <a:spcBef>
                <a:spcPts val="0"/>
              </a:spcBef>
              <a:spcAft>
                <a:spcPts val="400"/>
              </a:spcAft>
            </a:pPr>
            <a:r>
              <a:rPr sz="2000" b="1">
                <a:solidFill>
                  <a:srgbClr val="D6C1F0"/>
                </a:solidFill>
                <a:latin typeface="Arial"/>
                <a:ea typeface="Apple SD Gothic Neo"/>
              </a:rPr>
              <a:t>현재 변경의 근거</a:t>
            </a:r>
          </a:p>
        </p:txBody>
      </p:sp>
      <p:sp>
        <p:nvSpPr>
          <p:cNvPr id="16" name="TextBox 15"/>
          <p:cNvSpPr txBox="1"/>
          <p:nvPr/>
        </p:nvSpPr>
        <p:spPr>
          <a:xfrm>
            <a:off x="4617720" y="4572000"/>
            <a:ext cx="3063240" cy="804672"/>
          </a:xfrm>
          <a:prstGeom prst="rect">
            <a:avLst/>
          </a:prstGeom>
          <a:noFill/>
        </p:spPr>
        <p:txBody>
          <a:bodyPr wrap="square" lIns="0" rIns="0" tIns="0" bIns="0">
            <a:spAutoFit/>
          </a:bodyPr>
          <a:lstStyle/>
          <a:p>
            <a:pPr algn="l">
              <a:lnSpc>
                <a:spcPct val="116000"/>
              </a:lnSpc>
              <a:spcBef>
                <a:spcPts val="0"/>
              </a:spcBef>
              <a:spcAft>
                <a:spcPts val="400"/>
              </a:spcAft>
            </a:pPr>
            <a:r>
              <a:rPr sz="1700" b="0">
                <a:solidFill>
                  <a:srgbClr val="B1BED3"/>
                </a:solidFill>
                <a:latin typeface="Arial"/>
                <a:ea typeface="Apple SD Gothic Neo"/>
              </a:rPr>
              <a:t>실제 테스트 · 변경 범위</a:t>
            </a:r>
          </a:p>
          <a:p>
            <a:pPr algn="l">
              <a:lnSpc>
                <a:spcPct val="116000"/>
              </a:lnSpc>
              <a:spcBef>
                <a:spcPts val="0"/>
              </a:spcBef>
              <a:spcAft>
                <a:spcPts val="400"/>
              </a:spcAft>
            </a:pPr>
            <a:r>
              <a:rPr sz="1700" b="0">
                <a:solidFill>
                  <a:srgbClr val="B1BED3"/>
                </a:solidFill>
                <a:latin typeface="Arial"/>
                <a:ea typeface="Apple SD Gothic Neo"/>
              </a:rPr>
              <a:t>코드와 기록의 일치</a:t>
            </a:r>
          </a:p>
        </p:txBody>
      </p:sp>
      <p:sp>
        <p:nvSpPr>
          <p:cNvPr id="17" name="Rounded Rectangle 16"/>
          <p:cNvSpPr/>
          <p:nvPr/>
        </p:nvSpPr>
        <p:spPr>
          <a:xfrm>
            <a:off x="8174736" y="2478024"/>
            <a:ext cx="3557016" cy="3182112"/>
          </a:xfrm>
          <a:prstGeom prst="roundRect">
            <a:avLst>
              <a:gd name="adj" fmla="val 12000"/>
            </a:avLst>
          </a:prstGeom>
          <a:solidFill>
            <a:srgbClr val="1A243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412480" y="2715768"/>
            <a:ext cx="3063240" cy="356616"/>
          </a:xfrm>
          <a:prstGeom prst="rect">
            <a:avLst/>
          </a:prstGeom>
          <a:noFill/>
        </p:spPr>
        <p:txBody>
          <a:bodyPr wrap="square" lIns="0" rIns="0" tIns="0" bIns="0">
            <a:spAutoFit/>
          </a:bodyPr>
          <a:lstStyle/>
          <a:p>
            <a:pPr algn="l">
              <a:lnSpc>
                <a:spcPct val="116000"/>
              </a:lnSpc>
              <a:spcBef>
                <a:spcPts val="0"/>
              </a:spcBef>
              <a:spcAft>
                <a:spcPts val="400"/>
              </a:spcAft>
            </a:pPr>
            <a:r>
              <a:rPr sz="2000" b="1">
                <a:solidFill>
                  <a:srgbClr val="F0C083"/>
                </a:solidFill>
                <a:latin typeface="Arial"/>
                <a:ea typeface="Apple SD Gothic Neo"/>
              </a:rPr>
              <a:t>03</a:t>
            </a:r>
          </a:p>
        </p:txBody>
      </p:sp>
      <p:sp>
        <p:nvSpPr>
          <p:cNvPr id="19" name="TextBox 18"/>
          <p:cNvSpPr txBox="1"/>
          <p:nvPr/>
        </p:nvSpPr>
        <p:spPr>
          <a:xfrm>
            <a:off x="8412480" y="3282696"/>
            <a:ext cx="3063240" cy="457200"/>
          </a:xfrm>
          <a:prstGeom prst="rect">
            <a:avLst/>
          </a:prstGeom>
          <a:noFill/>
        </p:spPr>
        <p:txBody>
          <a:bodyPr wrap="square" lIns="0" rIns="0" tIns="0" bIns="0">
            <a:spAutoFit/>
          </a:bodyPr>
          <a:lstStyle/>
          <a:p>
            <a:pPr algn="l">
              <a:lnSpc>
                <a:spcPct val="116000"/>
              </a:lnSpc>
              <a:spcBef>
                <a:spcPts val="0"/>
              </a:spcBef>
              <a:spcAft>
                <a:spcPts val="400"/>
              </a:spcAft>
            </a:pPr>
            <a:r>
              <a:rPr sz="2500" b="1">
                <a:solidFill>
                  <a:srgbClr val="FFFFFF"/>
                </a:solidFill>
                <a:latin typeface="Arial"/>
                <a:ea typeface="Apple SD Gothic Neo"/>
              </a:rPr>
              <a:t>내보내기 전에</a:t>
            </a:r>
          </a:p>
        </p:txBody>
      </p:sp>
      <p:sp>
        <p:nvSpPr>
          <p:cNvPr id="20" name="TextBox 19"/>
          <p:cNvSpPr txBox="1"/>
          <p:nvPr/>
        </p:nvSpPr>
        <p:spPr>
          <a:xfrm>
            <a:off x="8412480" y="3904487"/>
            <a:ext cx="3063240" cy="448056"/>
          </a:xfrm>
          <a:prstGeom prst="rect">
            <a:avLst/>
          </a:prstGeom>
          <a:noFill/>
        </p:spPr>
        <p:txBody>
          <a:bodyPr wrap="square" lIns="0" rIns="0" tIns="0" bIns="0">
            <a:spAutoFit/>
          </a:bodyPr>
          <a:lstStyle/>
          <a:p>
            <a:pPr algn="l">
              <a:lnSpc>
                <a:spcPct val="116000"/>
              </a:lnSpc>
              <a:spcBef>
                <a:spcPts val="0"/>
              </a:spcBef>
              <a:spcAft>
                <a:spcPts val="400"/>
              </a:spcAft>
            </a:pPr>
            <a:r>
              <a:rPr sz="2000" b="1">
                <a:solidFill>
                  <a:srgbClr val="D6C1F0"/>
                </a:solidFill>
                <a:latin typeface="Arial"/>
                <a:ea typeface="Apple SD Gothic Neo"/>
              </a:rPr>
              <a:t>남은 위험과 책임</a:t>
            </a:r>
          </a:p>
        </p:txBody>
      </p:sp>
      <p:sp>
        <p:nvSpPr>
          <p:cNvPr id="21" name="TextBox 20"/>
          <p:cNvSpPr txBox="1"/>
          <p:nvPr/>
        </p:nvSpPr>
        <p:spPr>
          <a:xfrm>
            <a:off x="8412480" y="4572000"/>
            <a:ext cx="3063240" cy="804672"/>
          </a:xfrm>
          <a:prstGeom prst="rect">
            <a:avLst/>
          </a:prstGeom>
          <a:noFill/>
        </p:spPr>
        <p:txBody>
          <a:bodyPr wrap="square" lIns="0" rIns="0" tIns="0" bIns="0">
            <a:spAutoFit/>
          </a:bodyPr>
          <a:lstStyle/>
          <a:p>
            <a:pPr algn="l">
              <a:lnSpc>
                <a:spcPct val="116000"/>
              </a:lnSpc>
              <a:spcBef>
                <a:spcPts val="0"/>
              </a:spcBef>
              <a:spcAft>
                <a:spcPts val="400"/>
              </a:spcAft>
            </a:pPr>
            <a:r>
              <a:rPr sz="1700" b="0">
                <a:solidFill>
                  <a:srgbClr val="B1BED3"/>
                </a:solidFill>
                <a:latin typeface="Arial"/>
                <a:ea typeface="Apple SD Gothic Neo"/>
              </a:rPr>
              <a:t>운영 적용 조건</a:t>
            </a:r>
          </a:p>
          <a:p>
            <a:pPr algn="l">
              <a:lnSpc>
                <a:spcPct val="116000"/>
              </a:lnSpc>
              <a:spcBef>
                <a:spcPts val="0"/>
              </a:spcBef>
              <a:spcAft>
                <a:spcPts val="400"/>
              </a:spcAft>
            </a:pPr>
            <a:r>
              <a:rPr sz="1700" b="0">
                <a:solidFill>
                  <a:srgbClr val="B1BED3"/>
                </a:solidFill>
                <a:latin typeface="Arial"/>
                <a:ea typeface="Apple SD Gothic Neo"/>
              </a:rPr>
              <a:t>승인자와 최종 결정</a:t>
            </a:r>
          </a:p>
        </p:txBody>
      </p:sp>
      <p:sp>
        <p:nvSpPr>
          <p:cNvPr id="22" name="TextBox 21"/>
          <p:cNvSpPr txBox="1"/>
          <p:nvPr/>
        </p:nvSpPr>
        <p:spPr>
          <a:xfrm>
            <a:off x="585216" y="5907024"/>
            <a:ext cx="10972800" cy="310896"/>
          </a:xfrm>
          <a:prstGeom prst="rect">
            <a:avLst/>
          </a:prstGeom>
          <a:noFill/>
        </p:spPr>
        <p:txBody>
          <a:bodyPr wrap="square" lIns="0" rIns="0" tIns="0" bIns="0">
            <a:spAutoFit/>
          </a:bodyPr>
          <a:lstStyle/>
          <a:p>
            <a:pPr algn="l">
              <a:lnSpc>
                <a:spcPct val="116000"/>
              </a:lnSpc>
              <a:spcBef>
                <a:spcPts val="0"/>
              </a:spcBef>
              <a:spcAft>
                <a:spcPts val="200"/>
              </a:spcAft>
            </a:pPr>
            <a:r>
              <a:rPr sz="1350" b="0">
                <a:solidFill>
                  <a:srgbClr val="B1BED3"/>
                </a:solidFill>
                <a:latin typeface="Arial"/>
                <a:ea typeface="Apple SD Gothic Neo"/>
              </a:rPr>
              <a:t>데모의 로컬 승인·해시 검사는 보조 제어입니다. 조직 인증·보호 규칙·보안 격리를 대신하지 않습니다.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521207" y="310896"/>
            <a:ext cx="10698480" cy="256032"/>
          </a:xfrm>
          <a:prstGeom prst="rect">
            <a:avLst/>
          </a:prstGeom>
          <a:noFill/>
        </p:spPr>
        <p:txBody>
          <a:bodyPr wrap="square" lIns="0" rIns="0" tIns="0" bIns="0">
            <a:spAutoFit/>
          </a:bodyPr>
          <a:lstStyle/>
          <a:p>
            <a:pPr algn="l">
              <a:lnSpc>
                <a:spcPct val="116000"/>
              </a:lnSpc>
              <a:spcBef>
                <a:spcPts val="0"/>
              </a:spcBef>
              <a:spcAft>
                <a:spcPts val="200"/>
              </a:spcAft>
            </a:pPr>
            <a:r>
              <a:rPr sz="1000" b="1">
                <a:solidFill>
                  <a:srgbClr val="A783D7"/>
                </a:solidFill>
                <a:latin typeface="Arial"/>
                <a:ea typeface="Apple SD Gothic Neo"/>
              </a:rPr>
              <a:t>12  /  WHERE TO START</a:t>
            </a:r>
          </a:p>
        </p:txBody>
      </p:sp>
      <p:sp>
        <p:nvSpPr>
          <p:cNvPr id="3" name="TextBox 2"/>
          <p:cNvSpPr txBox="1"/>
          <p:nvPr/>
        </p:nvSpPr>
        <p:spPr>
          <a:xfrm>
            <a:off x="521207" y="832104"/>
            <a:ext cx="11064240" cy="1170432"/>
          </a:xfrm>
          <a:prstGeom prst="rect">
            <a:avLst/>
          </a:prstGeom>
          <a:noFill/>
        </p:spPr>
        <p:txBody>
          <a:bodyPr wrap="square" lIns="0" rIns="0" tIns="0" bIns="0">
            <a:spAutoFit/>
          </a:bodyPr>
          <a:lstStyle/>
          <a:p>
            <a:pPr algn="l">
              <a:lnSpc>
                <a:spcPct val="109000"/>
              </a:lnSpc>
              <a:spcBef>
                <a:spcPts val="0"/>
              </a:spcBef>
              <a:spcAft>
                <a:spcPts val="400"/>
              </a:spcAft>
            </a:pPr>
            <a:r>
              <a:rPr sz="3200" b="1">
                <a:solidFill>
                  <a:srgbClr val="182236"/>
                </a:solidFill>
                <a:latin typeface="Arial"/>
                <a:ea typeface="Apple SD Gothic Neo"/>
              </a:rPr>
              <a:t>첫 파일럿은 작게.</a:t>
            </a:r>
          </a:p>
          <a:p>
            <a:pPr algn="l">
              <a:lnSpc>
                <a:spcPct val="109000"/>
              </a:lnSpc>
              <a:spcBef>
                <a:spcPts val="0"/>
              </a:spcBef>
              <a:spcAft>
                <a:spcPts val="400"/>
              </a:spcAft>
            </a:pPr>
            <a:r>
              <a:rPr sz="3200" b="1">
                <a:solidFill>
                  <a:srgbClr val="182236"/>
                </a:solidFill>
                <a:latin typeface="Arial"/>
                <a:ea typeface="Apple SD Gothic Neo"/>
              </a:rPr>
              <a:t>완료 기준은 명확하게.</a:t>
            </a:r>
          </a:p>
        </p:txBody>
      </p:sp>
      <p:cxnSp>
        <p:nvCxnSpPr>
          <p:cNvPr id="4" name="Connector 3"/>
          <p:cNvCxnSpPr/>
          <p:nvPr/>
        </p:nvCxnSpPr>
        <p:spPr>
          <a:xfrm>
            <a:off x="521207" y="6446520"/>
            <a:ext cx="11128249" cy="0"/>
          </a:xfrm>
          <a:prstGeom prst="line">
            <a:avLst/>
          </a:prstGeom>
          <a:ln w="8890">
            <a:solidFill>
              <a:srgbClr val="DCE2EC"/>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9496" y="6547104"/>
            <a:ext cx="8778240" cy="173736"/>
          </a:xfrm>
          <a:prstGeom prst="rect">
            <a:avLst/>
          </a:prstGeom>
          <a:noFill/>
        </p:spPr>
        <p:txBody>
          <a:bodyPr wrap="square" lIns="0" rIns="0" tIns="0" bIns="0">
            <a:spAutoFit/>
          </a:bodyPr>
          <a:lstStyle/>
          <a:p>
            <a:pPr algn="l">
              <a:lnSpc>
                <a:spcPct val="116000"/>
              </a:lnSpc>
              <a:spcBef>
                <a:spcPts val="0"/>
              </a:spcBef>
              <a:spcAft>
                <a:spcPts val="200"/>
              </a:spcAft>
            </a:pPr>
            <a:r>
              <a:rPr sz="850" b="0">
                <a:solidFill>
                  <a:srgbClr val="78859A"/>
                </a:solidFill>
                <a:latin typeface="Arial"/>
                <a:ea typeface="Apple SD Gothic Neo"/>
              </a:rPr>
              <a:t>GitHub Copilot  /  Agentic Development in Action</a:t>
            </a:r>
          </a:p>
        </p:txBody>
      </p:sp>
      <p:sp>
        <p:nvSpPr>
          <p:cNvPr id="6" name="TextBox 5"/>
          <p:cNvSpPr txBox="1"/>
          <p:nvPr/>
        </p:nvSpPr>
        <p:spPr>
          <a:xfrm>
            <a:off x="11064240" y="6510528"/>
            <a:ext cx="576072" cy="246888"/>
          </a:xfrm>
          <a:prstGeom prst="rect">
            <a:avLst/>
          </a:prstGeom>
          <a:noFill/>
        </p:spPr>
        <p:txBody>
          <a:bodyPr wrap="square" lIns="0" rIns="0" tIns="0" bIns="0">
            <a:spAutoFit/>
          </a:bodyPr>
          <a:lstStyle/>
          <a:p>
            <a:pPr algn="r">
              <a:lnSpc>
                <a:spcPct val="116000"/>
              </a:lnSpc>
              <a:spcBef>
                <a:spcPts val="0"/>
              </a:spcBef>
              <a:spcAft>
                <a:spcPts val="200"/>
              </a:spcAft>
            </a:pPr>
            <a:r>
              <a:rPr sz="1100" b="0">
                <a:solidFill>
                  <a:srgbClr val="78859A"/>
                </a:solidFill>
                <a:latin typeface="Arial"/>
                <a:ea typeface="Apple SD Gothic Neo"/>
              </a:rPr>
              <a:t>13</a:t>
            </a:r>
          </a:p>
        </p:txBody>
      </p:sp>
      <p:sp>
        <p:nvSpPr>
          <p:cNvPr id="7" name="Rounded Rectangle 6"/>
          <p:cNvSpPr/>
          <p:nvPr/>
        </p:nvSpPr>
        <p:spPr>
          <a:xfrm>
            <a:off x="576072" y="2478024"/>
            <a:ext cx="5422392" cy="1261872"/>
          </a:xfrm>
          <a:prstGeom prst="roundRect">
            <a:avLst>
              <a:gd name="adj" fmla="val 12000"/>
            </a:avLst>
          </a:prstGeom>
          <a:solidFill>
            <a:srgbClr val="FFFFFF"/>
          </a:solidFill>
          <a:ln w="10160">
            <a:solidFill>
              <a:srgbClr val="DCE2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95528" y="2706624"/>
            <a:ext cx="502920" cy="438912"/>
          </a:xfrm>
          <a:prstGeom prst="rect">
            <a:avLst/>
          </a:prstGeom>
          <a:noFill/>
        </p:spPr>
        <p:txBody>
          <a:bodyPr wrap="square" lIns="0" rIns="0" tIns="0" bIns="0">
            <a:spAutoFit/>
          </a:bodyPr>
          <a:lstStyle/>
          <a:p>
            <a:pPr algn="l">
              <a:lnSpc>
                <a:spcPct val="116000"/>
              </a:lnSpc>
              <a:spcBef>
                <a:spcPts val="0"/>
              </a:spcBef>
              <a:spcAft>
                <a:spcPts val="400"/>
              </a:spcAft>
            </a:pPr>
            <a:r>
              <a:rPr sz="2300" b="1">
                <a:solidFill>
                  <a:srgbClr val="A783D7"/>
                </a:solidFill>
                <a:latin typeface="Arial"/>
                <a:ea typeface="Apple SD Gothic Neo"/>
              </a:rPr>
              <a:t>01</a:t>
            </a:r>
          </a:p>
        </p:txBody>
      </p:sp>
      <p:sp>
        <p:nvSpPr>
          <p:cNvPr id="9" name="TextBox 8"/>
          <p:cNvSpPr txBox="1"/>
          <p:nvPr/>
        </p:nvSpPr>
        <p:spPr>
          <a:xfrm>
            <a:off x="1463040" y="2670048"/>
            <a:ext cx="4224528" cy="365760"/>
          </a:xfrm>
          <a:prstGeom prst="rect">
            <a:avLst/>
          </a:prstGeom>
          <a:noFill/>
        </p:spPr>
        <p:txBody>
          <a:bodyPr wrap="square" lIns="0" rIns="0" tIns="0" bIns="0">
            <a:spAutoFit/>
          </a:bodyPr>
          <a:lstStyle/>
          <a:p>
            <a:pPr algn="l">
              <a:lnSpc>
                <a:spcPct val="116000"/>
              </a:lnSpc>
              <a:spcBef>
                <a:spcPts val="0"/>
              </a:spcBef>
              <a:spcAft>
                <a:spcPts val="400"/>
              </a:spcAft>
            </a:pPr>
            <a:r>
              <a:rPr sz="2000" b="1">
                <a:solidFill>
                  <a:srgbClr val="182236"/>
                </a:solidFill>
                <a:latin typeface="Arial"/>
                <a:ea typeface="Apple SD Gothic Neo"/>
              </a:rPr>
              <a:t>피해 범위가 작다</a:t>
            </a:r>
          </a:p>
        </p:txBody>
      </p:sp>
      <p:sp>
        <p:nvSpPr>
          <p:cNvPr id="10" name="TextBox 9"/>
          <p:cNvSpPr txBox="1"/>
          <p:nvPr/>
        </p:nvSpPr>
        <p:spPr>
          <a:xfrm>
            <a:off x="1463040" y="3136391"/>
            <a:ext cx="4242816" cy="484632"/>
          </a:xfrm>
          <a:prstGeom prst="rect">
            <a:avLst/>
          </a:prstGeom>
          <a:noFill/>
        </p:spPr>
        <p:txBody>
          <a:bodyPr wrap="square" lIns="0" rIns="0" tIns="0" bIns="0">
            <a:spAutoFit/>
          </a:bodyPr>
          <a:lstStyle/>
          <a:p>
            <a:pPr algn="l">
              <a:lnSpc>
                <a:spcPct val="116000"/>
              </a:lnSpc>
              <a:spcBef>
                <a:spcPts val="0"/>
              </a:spcBef>
              <a:spcAft>
                <a:spcPts val="200"/>
              </a:spcAft>
            </a:pPr>
            <a:r>
              <a:rPr sz="1400" b="0">
                <a:solidFill>
                  <a:srgbClr val="78859A"/>
                </a:solidFill>
                <a:latin typeface="Arial"/>
                <a:ea typeface="Apple SD Gothic Neo"/>
              </a:rPr>
              <a:t>실제 결제·권한 변경 없이</a:t>
            </a:r>
          </a:p>
          <a:p>
            <a:pPr algn="l">
              <a:lnSpc>
                <a:spcPct val="116000"/>
              </a:lnSpc>
              <a:spcBef>
                <a:spcPts val="0"/>
              </a:spcBef>
              <a:spcAft>
                <a:spcPts val="200"/>
              </a:spcAft>
            </a:pPr>
            <a:r>
              <a:rPr sz="1400" b="0">
                <a:solidFill>
                  <a:srgbClr val="78859A"/>
                </a:solidFill>
                <a:latin typeface="Arial"/>
                <a:ea typeface="Apple SD Gothic Neo"/>
              </a:rPr>
              <a:t>격리된 환경에서 재현</a:t>
            </a:r>
          </a:p>
        </p:txBody>
      </p:sp>
      <p:sp>
        <p:nvSpPr>
          <p:cNvPr id="11" name="Rounded Rectangle 10"/>
          <p:cNvSpPr/>
          <p:nvPr/>
        </p:nvSpPr>
        <p:spPr>
          <a:xfrm>
            <a:off x="6281928" y="2478024"/>
            <a:ext cx="5422392" cy="1261872"/>
          </a:xfrm>
          <a:prstGeom prst="roundRect">
            <a:avLst>
              <a:gd name="adj" fmla="val 12000"/>
            </a:avLst>
          </a:prstGeom>
          <a:solidFill>
            <a:srgbClr val="FFFFFF"/>
          </a:solidFill>
          <a:ln w="10160">
            <a:solidFill>
              <a:srgbClr val="DCE2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501384" y="2706624"/>
            <a:ext cx="502920" cy="438912"/>
          </a:xfrm>
          <a:prstGeom prst="rect">
            <a:avLst/>
          </a:prstGeom>
          <a:noFill/>
        </p:spPr>
        <p:txBody>
          <a:bodyPr wrap="square" lIns="0" rIns="0" tIns="0" bIns="0">
            <a:spAutoFit/>
          </a:bodyPr>
          <a:lstStyle/>
          <a:p>
            <a:pPr algn="l">
              <a:lnSpc>
                <a:spcPct val="116000"/>
              </a:lnSpc>
              <a:spcBef>
                <a:spcPts val="0"/>
              </a:spcBef>
              <a:spcAft>
                <a:spcPts val="400"/>
              </a:spcAft>
            </a:pPr>
            <a:r>
              <a:rPr sz="2300" b="1">
                <a:solidFill>
                  <a:srgbClr val="A783D7"/>
                </a:solidFill>
                <a:latin typeface="Arial"/>
                <a:ea typeface="Apple SD Gothic Neo"/>
              </a:rPr>
              <a:t>02</a:t>
            </a:r>
          </a:p>
        </p:txBody>
      </p:sp>
      <p:sp>
        <p:nvSpPr>
          <p:cNvPr id="13" name="TextBox 12"/>
          <p:cNvSpPr txBox="1"/>
          <p:nvPr/>
        </p:nvSpPr>
        <p:spPr>
          <a:xfrm>
            <a:off x="7168896" y="2670048"/>
            <a:ext cx="4224528" cy="365760"/>
          </a:xfrm>
          <a:prstGeom prst="rect">
            <a:avLst/>
          </a:prstGeom>
          <a:noFill/>
        </p:spPr>
        <p:txBody>
          <a:bodyPr wrap="square" lIns="0" rIns="0" tIns="0" bIns="0">
            <a:spAutoFit/>
          </a:bodyPr>
          <a:lstStyle/>
          <a:p>
            <a:pPr algn="l">
              <a:lnSpc>
                <a:spcPct val="116000"/>
              </a:lnSpc>
              <a:spcBef>
                <a:spcPts val="0"/>
              </a:spcBef>
              <a:spcAft>
                <a:spcPts val="400"/>
              </a:spcAft>
            </a:pPr>
            <a:r>
              <a:rPr sz="2000" b="1">
                <a:solidFill>
                  <a:srgbClr val="182236"/>
                </a:solidFill>
                <a:latin typeface="Arial"/>
                <a:ea typeface="Apple SD Gothic Neo"/>
              </a:rPr>
              <a:t>맞고 틀림이 분명하다</a:t>
            </a:r>
          </a:p>
        </p:txBody>
      </p:sp>
      <p:sp>
        <p:nvSpPr>
          <p:cNvPr id="14" name="TextBox 13"/>
          <p:cNvSpPr txBox="1"/>
          <p:nvPr/>
        </p:nvSpPr>
        <p:spPr>
          <a:xfrm>
            <a:off x="7168896" y="3136391"/>
            <a:ext cx="4242816" cy="484632"/>
          </a:xfrm>
          <a:prstGeom prst="rect">
            <a:avLst/>
          </a:prstGeom>
          <a:noFill/>
        </p:spPr>
        <p:txBody>
          <a:bodyPr wrap="square" lIns="0" rIns="0" tIns="0" bIns="0">
            <a:spAutoFit/>
          </a:bodyPr>
          <a:lstStyle/>
          <a:p>
            <a:pPr algn="l">
              <a:lnSpc>
                <a:spcPct val="116000"/>
              </a:lnSpc>
              <a:spcBef>
                <a:spcPts val="0"/>
              </a:spcBef>
              <a:spcAft>
                <a:spcPts val="200"/>
              </a:spcAft>
            </a:pPr>
            <a:r>
              <a:rPr sz="1400" b="0">
                <a:solidFill>
                  <a:srgbClr val="78859A"/>
                </a:solidFill>
                <a:latin typeface="Arial"/>
                <a:ea typeface="Apple SD Gothic Neo"/>
              </a:rPr>
              <a:t>같은 입력과 기대 결과로</a:t>
            </a:r>
          </a:p>
          <a:p>
            <a:pPr algn="l">
              <a:lnSpc>
                <a:spcPct val="116000"/>
              </a:lnSpc>
              <a:spcBef>
                <a:spcPts val="0"/>
              </a:spcBef>
              <a:spcAft>
                <a:spcPts val="200"/>
              </a:spcAft>
            </a:pPr>
            <a:r>
              <a:rPr sz="1400" b="0">
                <a:solidFill>
                  <a:srgbClr val="78859A"/>
                </a:solidFill>
                <a:latin typeface="Arial"/>
                <a:ea typeface="Apple SD Gothic Neo"/>
              </a:rPr>
              <a:t>누구나 다시 확인</a:t>
            </a:r>
          </a:p>
        </p:txBody>
      </p:sp>
      <p:sp>
        <p:nvSpPr>
          <p:cNvPr id="15" name="Rounded Rectangle 14"/>
          <p:cNvSpPr/>
          <p:nvPr/>
        </p:nvSpPr>
        <p:spPr>
          <a:xfrm>
            <a:off x="576072" y="3941064"/>
            <a:ext cx="5422392" cy="1261872"/>
          </a:xfrm>
          <a:prstGeom prst="roundRect">
            <a:avLst>
              <a:gd name="adj" fmla="val 12000"/>
            </a:avLst>
          </a:prstGeom>
          <a:solidFill>
            <a:srgbClr val="FFFFFF"/>
          </a:solidFill>
          <a:ln w="10160">
            <a:solidFill>
              <a:srgbClr val="DCE2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95528" y="4169664"/>
            <a:ext cx="502920" cy="438912"/>
          </a:xfrm>
          <a:prstGeom prst="rect">
            <a:avLst/>
          </a:prstGeom>
          <a:noFill/>
        </p:spPr>
        <p:txBody>
          <a:bodyPr wrap="square" lIns="0" rIns="0" tIns="0" bIns="0">
            <a:spAutoFit/>
          </a:bodyPr>
          <a:lstStyle/>
          <a:p>
            <a:pPr algn="l">
              <a:lnSpc>
                <a:spcPct val="116000"/>
              </a:lnSpc>
              <a:spcBef>
                <a:spcPts val="0"/>
              </a:spcBef>
              <a:spcAft>
                <a:spcPts val="400"/>
              </a:spcAft>
            </a:pPr>
            <a:r>
              <a:rPr sz="2300" b="1">
                <a:solidFill>
                  <a:srgbClr val="A783D7"/>
                </a:solidFill>
                <a:latin typeface="Arial"/>
                <a:ea typeface="Apple SD Gothic Neo"/>
              </a:rPr>
              <a:t>03</a:t>
            </a:r>
          </a:p>
        </p:txBody>
      </p:sp>
      <p:sp>
        <p:nvSpPr>
          <p:cNvPr id="17" name="TextBox 16"/>
          <p:cNvSpPr txBox="1"/>
          <p:nvPr/>
        </p:nvSpPr>
        <p:spPr>
          <a:xfrm>
            <a:off x="1463040" y="4133088"/>
            <a:ext cx="4224528" cy="365760"/>
          </a:xfrm>
          <a:prstGeom prst="rect">
            <a:avLst/>
          </a:prstGeom>
          <a:noFill/>
        </p:spPr>
        <p:txBody>
          <a:bodyPr wrap="square" lIns="0" rIns="0" tIns="0" bIns="0">
            <a:spAutoFit/>
          </a:bodyPr>
          <a:lstStyle/>
          <a:p>
            <a:pPr algn="l">
              <a:lnSpc>
                <a:spcPct val="116000"/>
              </a:lnSpc>
              <a:spcBef>
                <a:spcPts val="0"/>
              </a:spcBef>
              <a:spcAft>
                <a:spcPts val="400"/>
              </a:spcAft>
            </a:pPr>
            <a:r>
              <a:rPr sz="2000" b="1">
                <a:solidFill>
                  <a:srgbClr val="182236"/>
                </a:solidFill>
                <a:latin typeface="Arial"/>
                <a:ea typeface="Apple SD Gothic Neo"/>
              </a:rPr>
              <a:t>되돌릴 수 있다</a:t>
            </a:r>
          </a:p>
        </p:txBody>
      </p:sp>
      <p:sp>
        <p:nvSpPr>
          <p:cNvPr id="18" name="TextBox 17"/>
          <p:cNvSpPr txBox="1"/>
          <p:nvPr/>
        </p:nvSpPr>
        <p:spPr>
          <a:xfrm>
            <a:off x="1463040" y="4599432"/>
            <a:ext cx="4242816" cy="484632"/>
          </a:xfrm>
          <a:prstGeom prst="rect">
            <a:avLst/>
          </a:prstGeom>
          <a:noFill/>
        </p:spPr>
        <p:txBody>
          <a:bodyPr wrap="square" lIns="0" rIns="0" tIns="0" bIns="0">
            <a:spAutoFit/>
          </a:bodyPr>
          <a:lstStyle/>
          <a:p>
            <a:pPr algn="l">
              <a:lnSpc>
                <a:spcPct val="116000"/>
              </a:lnSpc>
              <a:spcBef>
                <a:spcPts val="0"/>
              </a:spcBef>
              <a:spcAft>
                <a:spcPts val="200"/>
              </a:spcAft>
            </a:pPr>
            <a:r>
              <a:rPr sz="1400" b="0">
                <a:solidFill>
                  <a:srgbClr val="78859A"/>
                </a:solidFill>
                <a:latin typeface="Arial"/>
                <a:ea typeface="Apple SD Gothic Neo"/>
              </a:rPr>
              <a:t>변경 범위가 좁고</a:t>
            </a:r>
          </a:p>
          <a:p>
            <a:pPr algn="l">
              <a:lnSpc>
                <a:spcPct val="116000"/>
              </a:lnSpc>
              <a:spcBef>
                <a:spcPts val="0"/>
              </a:spcBef>
              <a:spcAft>
                <a:spcPts val="200"/>
              </a:spcAft>
            </a:pPr>
            <a:r>
              <a:rPr sz="1400" b="0">
                <a:solidFill>
                  <a:srgbClr val="78859A"/>
                </a:solidFill>
                <a:latin typeface="Arial"/>
                <a:ea typeface="Apple SD Gothic Neo"/>
              </a:rPr>
              <a:t>복구 방법이 명확</a:t>
            </a:r>
          </a:p>
        </p:txBody>
      </p:sp>
      <p:sp>
        <p:nvSpPr>
          <p:cNvPr id="19" name="Rounded Rectangle 18"/>
          <p:cNvSpPr/>
          <p:nvPr/>
        </p:nvSpPr>
        <p:spPr>
          <a:xfrm>
            <a:off x="6281928" y="3941064"/>
            <a:ext cx="5422392" cy="1261872"/>
          </a:xfrm>
          <a:prstGeom prst="roundRect">
            <a:avLst>
              <a:gd name="adj" fmla="val 12000"/>
            </a:avLst>
          </a:prstGeom>
          <a:solidFill>
            <a:srgbClr val="FFFFFF"/>
          </a:solidFill>
          <a:ln w="10160">
            <a:solidFill>
              <a:srgbClr val="DCE2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501384" y="4169664"/>
            <a:ext cx="502920" cy="438912"/>
          </a:xfrm>
          <a:prstGeom prst="rect">
            <a:avLst/>
          </a:prstGeom>
          <a:noFill/>
        </p:spPr>
        <p:txBody>
          <a:bodyPr wrap="square" lIns="0" rIns="0" tIns="0" bIns="0">
            <a:spAutoFit/>
          </a:bodyPr>
          <a:lstStyle/>
          <a:p>
            <a:pPr algn="l">
              <a:lnSpc>
                <a:spcPct val="116000"/>
              </a:lnSpc>
              <a:spcBef>
                <a:spcPts val="0"/>
              </a:spcBef>
              <a:spcAft>
                <a:spcPts val="400"/>
              </a:spcAft>
            </a:pPr>
            <a:r>
              <a:rPr sz="2300" b="1">
                <a:solidFill>
                  <a:srgbClr val="A783D7"/>
                </a:solidFill>
                <a:latin typeface="Arial"/>
                <a:ea typeface="Apple SD Gothic Neo"/>
              </a:rPr>
              <a:t>04</a:t>
            </a:r>
          </a:p>
        </p:txBody>
      </p:sp>
      <p:sp>
        <p:nvSpPr>
          <p:cNvPr id="21" name="TextBox 20"/>
          <p:cNvSpPr txBox="1"/>
          <p:nvPr/>
        </p:nvSpPr>
        <p:spPr>
          <a:xfrm>
            <a:off x="7168896" y="4133088"/>
            <a:ext cx="4224528" cy="365760"/>
          </a:xfrm>
          <a:prstGeom prst="rect">
            <a:avLst/>
          </a:prstGeom>
          <a:noFill/>
        </p:spPr>
        <p:txBody>
          <a:bodyPr wrap="square" lIns="0" rIns="0" tIns="0" bIns="0">
            <a:spAutoFit/>
          </a:bodyPr>
          <a:lstStyle/>
          <a:p>
            <a:pPr algn="l">
              <a:lnSpc>
                <a:spcPct val="116000"/>
              </a:lnSpc>
              <a:spcBef>
                <a:spcPts val="0"/>
              </a:spcBef>
              <a:spcAft>
                <a:spcPts val="400"/>
              </a:spcAft>
            </a:pPr>
            <a:r>
              <a:rPr sz="2000" b="1">
                <a:solidFill>
                  <a:srgbClr val="182236"/>
                </a:solidFill>
                <a:latin typeface="Arial"/>
                <a:ea typeface="Apple SD Gothic Neo"/>
              </a:rPr>
              <a:t>검토할 사람이 있다</a:t>
            </a:r>
          </a:p>
        </p:txBody>
      </p:sp>
      <p:sp>
        <p:nvSpPr>
          <p:cNvPr id="22" name="TextBox 21"/>
          <p:cNvSpPr txBox="1"/>
          <p:nvPr/>
        </p:nvSpPr>
        <p:spPr>
          <a:xfrm>
            <a:off x="7168896" y="4599432"/>
            <a:ext cx="4242816" cy="484632"/>
          </a:xfrm>
          <a:prstGeom prst="rect">
            <a:avLst/>
          </a:prstGeom>
          <a:noFill/>
        </p:spPr>
        <p:txBody>
          <a:bodyPr wrap="square" lIns="0" rIns="0" tIns="0" bIns="0">
            <a:spAutoFit/>
          </a:bodyPr>
          <a:lstStyle/>
          <a:p>
            <a:pPr algn="l">
              <a:lnSpc>
                <a:spcPct val="116000"/>
              </a:lnSpc>
              <a:spcBef>
                <a:spcPts val="0"/>
              </a:spcBef>
              <a:spcAft>
                <a:spcPts val="200"/>
              </a:spcAft>
            </a:pPr>
            <a:r>
              <a:rPr sz="1400" b="0">
                <a:solidFill>
                  <a:srgbClr val="78859A"/>
                </a:solidFill>
                <a:latin typeface="Arial"/>
                <a:ea typeface="Apple SD Gothic Neo"/>
              </a:rPr>
              <a:t>업무·기술 담당자가</a:t>
            </a:r>
          </a:p>
          <a:p>
            <a:pPr algn="l">
              <a:lnSpc>
                <a:spcPct val="116000"/>
              </a:lnSpc>
              <a:spcBef>
                <a:spcPts val="0"/>
              </a:spcBef>
              <a:spcAft>
                <a:spcPts val="200"/>
              </a:spcAft>
            </a:pPr>
            <a:r>
              <a:rPr sz="1400" b="0">
                <a:solidFill>
                  <a:srgbClr val="78859A"/>
                </a:solidFill>
                <a:latin typeface="Arial"/>
                <a:ea typeface="Apple SD Gothic Neo"/>
              </a:rPr>
              <a:t>근거를 보고 판단</a:t>
            </a:r>
          </a:p>
        </p:txBody>
      </p:sp>
      <p:sp>
        <p:nvSpPr>
          <p:cNvPr id="23" name="TextBox 22"/>
          <p:cNvSpPr txBox="1"/>
          <p:nvPr/>
        </p:nvSpPr>
        <p:spPr>
          <a:xfrm>
            <a:off x="612648" y="5742432"/>
            <a:ext cx="10972800" cy="365760"/>
          </a:xfrm>
          <a:prstGeom prst="rect">
            <a:avLst/>
          </a:prstGeom>
          <a:noFill/>
        </p:spPr>
        <p:txBody>
          <a:bodyPr wrap="square" lIns="0" rIns="0" tIns="0" bIns="0">
            <a:spAutoFit/>
          </a:bodyPr>
          <a:lstStyle/>
          <a:p>
            <a:pPr algn="l">
              <a:lnSpc>
                <a:spcPct val="116000"/>
              </a:lnSpc>
              <a:spcBef>
                <a:spcPts val="0"/>
              </a:spcBef>
              <a:spcAft>
                <a:spcPts val="400"/>
              </a:spcAft>
            </a:pPr>
            <a:r>
              <a:rPr sz="1800" b="1">
                <a:solidFill>
                  <a:srgbClr val="267F62"/>
                </a:solidFill>
                <a:latin typeface="Arial"/>
                <a:ea typeface="Apple SD Gothic Neo"/>
              </a:rPr>
              <a:t>시작 후보: 내부 도구의 입력 검증 · 회귀 테스트 보강 · 작은 오류 수정</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1727"/>
        </a:solidFill>
        <a:effectLst/>
      </p:bgPr>
    </p:bg>
    <p:spTree>
      <p:nvGrpSpPr>
        <p:cNvPr id="1" name=""/>
        <p:cNvGrpSpPr/>
        <p:nvPr/>
      </p:nvGrpSpPr>
      <p:grpSpPr/>
      <p:sp>
        <p:nvSpPr>
          <p:cNvPr id="2" name="TextBox 1"/>
          <p:cNvSpPr txBox="1"/>
          <p:nvPr/>
        </p:nvSpPr>
        <p:spPr>
          <a:xfrm>
            <a:off x="521207" y="310896"/>
            <a:ext cx="10698480" cy="256032"/>
          </a:xfrm>
          <a:prstGeom prst="rect">
            <a:avLst/>
          </a:prstGeom>
          <a:noFill/>
        </p:spPr>
        <p:txBody>
          <a:bodyPr wrap="square" lIns="0" rIns="0" tIns="0" bIns="0">
            <a:spAutoFit/>
          </a:bodyPr>
          <a:lstStyle/>
          <a:p>
            <a:pPr algn="l">
              <a:lnSpc>
                <a:spcPct val="116000"/>
              </a:lnSpc>
              <a:spcBef>
                <a:spcPts val="0"/>
              </a:spcBef>
              <a:spcAft>
                <a:spcPts val="200"/>
              </a:spcAft>
            </a:pPr>
            <a:r>
              <a:rPr sz="1000" b="1">
                <a:solidFill>
                  <a:srgbClr val="D6C1F0"/>
                </a:solidFill>
                <a:latin typeface="Arial"/>
                <a:ea typeface="Apple SD Gothic Neo"/>
              </a:rPr>
              <a:t>13  /  TAKE ONE DECISION AWAY</a:t>
            </a:r>
          </a:p>
        </p:txBody>
      </p:sp>
      <p:sp>
        <p:nvSpPr>
          <p:cNvPr id="3" name="TextBox 2"/>
          <p:cNvSpPr txBox="1"/>
          <p:nvPr/>
        </p:nvSpPr>
        <p:spPr>
          <a:xfrm>
            <a:off x="521207" y="832104"/>
            <a:ext cx="11064240" cy="1170432"/>
          </a:xfrm>
          <a:prstGeom prst="rect">
            <a:avLst/>
          </a:prstGeom>
          <a:noFill/>
        </p:spPr>
        <p:txBody>
          <a:bodyPr wrap="square" lIns="0" rIns="0" tIns="0" bIns="0">
            <a:spAutoFit/>
          </a:bodyPr>
          <a:lstStyle/>
          <a:p>
            <a:pPr algn="l">
              <a:lnSpc>
                <a:spcPct val="109000"/>
              </a:lnSpc>
              <a:spcBef>
                <a:spcPts val="0"/>
              </a:spcBef>
              <a:spcAft>
                <a:spcPts val="400"/>
              </a:spcAft>
            </a:pPr>
            <a:r>
              <a:rPr sz="3700" b="1">
                <a:solidFill>
                  <a:srgbClr val="FFFFFF"/>
                </a:solidFill>
                <a:latin typeface="Arial"/>
                <a:ea typeface="Apple SD Gothic Neo"/>
              </a:rPr>
              <a:t>에이전트에게 작업을.</a:t>
            </a:r>
          </a:p>
          <a:p>
            <a:pPr algn="l">
              <a:lnSpc>
                <a:spcPct val="109000"/>
              </a:lnSpc>
              <a:spcBef>
                <a:spcPts val="0"/>
              </a:spcBef>
              <a:spcAft>
                <a:spcPts val="400"/>
              </a:spcAft>
            </a:pPr>
            <a:r>
              <a:rPr sz="3700" b="1">
                <a:solidFill>
                  <a:srgbClr val="FFFFFF"/>
                </a:solidFill>
                <a:latin typeface="Arial"/>
                <a:ea typeface="Apple SD Gothic Neo"/>
              </a:rPr>
              <a:t>사람에게 범위와 최종 판단을.</a:t>
            </a:r>
          </a:p>
        </p:txBody>
      </p:sp>
      <p:cxnSp>
        <p:nvCxnSpPr>
          <p:cNvPr id="4" name="Connector 3"/>
          <p:cNvCxnSpPr/>
          <p:nvPr/>
        </p:nvCxnSpPr>
        <p:spPr>
          <a:xfrm>
            <a:off x="521207" y="6446520"/>
            <a:ext cx="11128249" cy="0"/>
          </a:xfrm>
          <a:prstGeom prst="line">
            <a:avLst/>
          </a:prstGeom>
          <a:ln w="8890">
            <a:solidFill>
              <a:srgbClr val="1A2439"/>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9496" y="6547104"/>
            <a:ext cx="8778240" cy="173736"/>
          </a:xfrm>
          <a:prstGeom prst="rect">
            <a:avLst/>
          </a:prstGeom>
          <a:noFill/>
        </p:spPr>
        <p:txBody>
          <a:bodyPr wrap="square" lIns="0" rIns="0" tIns="0" bIns="0">
            <a:spAutoFit/>
          </a:bodyPr>
          <a:lstStyle/>
          <a:p>
            <a:pPr algn="l">
              <a:lnSpc>
                <a:spcPct val="116000"/>
              </a:lnSpc>
              <a:spcBef>
                <a:spcPts val="0"/>
              </a:spcBef>
              <a:spcAft>
                <a:spcPts val="200"/>
              </a:spcAft>
            </a:pPr>
            <a:r>
              <a:rPr sz="850" b="0">
                <a:solidFill>
                  <a:srgbClr val="78859A"/>
                </a:solidFill>
                <a:latin typeface="Arial"/>
                <a:ea typeface="Apple SD Gothic Neo"/>
              </a:rPr>
              <a:t>GitHub Copilot  /  Agentic Development in Action</a:t>
            </a:r>
          </a:p>
        </p:txBody>
      </p:sp>
      <p:sp>
        <p:nvSpPr>
          <p:cNvPr id="6" name="TextBox 5"/>
          <p:cNvSpPr txBox="1"/>
          <p:nvPr/>
        </p:nvSpPr>
        <p:spPr>
          <a:xfrm>
            <a:off x="11064240" y="6510528"/>
            <a:ext cx="576072" cy="246888"/>
          </a:xfrm>
          <a:prstGeom prst="rect">
            <a:avLst/>
          </a:prstGeom>
          <a:noFill/>
        </p:spPr>
        <p:txBody>
          <a:bodyPr wrap="square" lIns="0" rIns="0" tIns="0" bIns="0">
            <a:spAutoFit/>
          </a:bodyPr>
          <a:lstStyle/>
          <a:p>
            <a:pPr algn="r">
              <a:lnSpc>
                <a:spcPct val="116000"/>
              </a:lnSpc>
              <a:spcBef>
                <a:spcPts val="0"/>
              </a:spcBef>
              <a:spcAft>
                <a:spcPts val="200"/>
              </a:spcAft>
            </a:pPr>
            <a:r>
              <a:rPr sz="1100" b="0">
                <a:solidFill>
                  <a:srgbClr val="B1BED3"/>
                </a:solidFill>
                <a:latin typeface="Arial"/>
                <a:ea typeface="Apple SD Gothic Neo"/>
              </a:rPr>
              <a:t>14</a:t>
            </a:r>
          </a:p>
        </p:txBody>
      </p:sp>
      <p:sp>
        <p:nvSpPr>
          <p:cNvPr id="7" name="TextBox 6"/>
          <p:cNvSpPr txBox="1"/>
          <p:nvPr/>
        </p:nvSpPr>
        <p:spPr>
          <a:xfrm>
            <a:off x="676656" y="2862072"/>
            <a:ext cx="2130552" cy="557784"/>
          </a:xfrm>
          <a:prstGeom prst="rect">
            <a:avLst/>
          </a:prstGeom>
          <a:noFill/>
        </p:spPr>
        <p:txBody>
          <a:bodyPr wrap="square" lIns="0" rIns="0" tIns="0" bIns="0">
            <a:spAutoFit/>
          </a:bodyPr>
          <a:lstStyle/>
          <a:p>
            <a:pPr algn="l">
              <a:lnSpc>
                <a:spcPct val="116000"/>
              </a:lnSpc>
              <a:spcBef>
                <a:spcPts val="0"/>
              </a:spcBef>
              <a:spcAft>
                <a:spcPts val="400"/>
              </a:spcAft>
            </a:pPr>
            <a:r>
              <a:rPr sz="2500" b="1">
                <a:solidFill>
                  <a:srgbClr val="FFFFFF"/>
                </a:solidFill>
                <a:latin typeface="Arial"/>
                <a:ea typeface="Apple SD Gothic Neo"/>
              </a:rPr>
              <a:t>고객 문제</a:t>
            </a:r>
          </a:p>
        </p:txBody>
      </p:sp>
      <p:sp>
        <p:nvSpPr>
          <p:cNvPr id="8" name="Chevron 7"/>
          <p:cNvSpPr/>
          <p:nvPr/>
        </p:nvSpPr>
        <p:spPr>
          <a:xfrm>
            <a:off x="3008376" y="2962656"/>
            <a:ext cx="530352" cy="283464"/>
          </a:xfrm>
          <a:prstGeom prst="chevron">
            <a:avLst/>
          </a:prstGeom>
          <a:solidFill>
            <a:srgbClr val="A78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0" y="2862072"/>
            <a:ext cx="3941063" cy="557784"/>
          </a:xfrm>
          <a:prstGeom prst="rect">
            <a:avLst/>
          </a:prstGeom>
          <a:noFill/>
        </p:spPr>
        <p:txBody>
          <a:bodyPr wrap="square" lIns="0" rIns="0" tIns="0" bIns="0">
            <a:spAutoFit/>
          </a:bodyPr>
          <a:lstStyle/>
          <a:p>
            <a:pPr algn="l">
              <a:lnSpc>
                <a:spcPct val="116000"/>
              </a:lnSpc>
              <a:spcBef>
                <a:spcPts val="0"/>
              </a:spcBef>
              <a:spcAft>
                <a:spcPts val="400"/>
              </a:spcAft>
            </a:pPr>
            <a:r>
              <a:rPr sz="2500" b="1">
                <a:solidFill>
                  <a:srgbClr val="D6C1F0"/>
                </a:solidFill>
                <a:latin typeface="Arial"/>
                <a:ea typeface="Apple SD Gothic Neo"/>
              </a:rPr>
              <a:t>검토 가능한 변경</a:t>
            </a:r>
          </a:p>
        </p:txBody>
      </p:sp>
      <p:sp>
        <p:nvSpPr>
          <p:cNvPr id="10" name="Chevron 9"/>
          <p:cNvSpPr/>
          <p:nvPr/>
        </p:nvSpPr>
        <p:spPr>
          <a:xfrm>
            <a:off x="7598664" y="2962656"/>
            <a:ext cx="530352" cy="283464"/>
          </a:xfrm>
          <a:prstGeom prst="chevron">
            <a:avLst/>
          </a:prstGeom>
          <a:solidFill>
            <a:srgbClr val="A78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30768" y="2862072"/>
            <a:ext cx="3328416" cy="557784"/>
          </a:xfrm>
          <a:prstGeom prst="rect">
            <a:avLst/>
          </a:prstGeom>
          <a:noFill/>
        </p:spPr>
        <p:txBody>
          <a:bodyPr wrap="square" lIns="0" rIns="0" tIns="0" bIns="0">
            <a:spAutoFit/>
          </a:bodyPr>
          <a:lstStyle/>
          <a:p>
            <a:pPr algn="l">
              <a:lnSpc>
                <a:spcPct val="116000"/>
              </a:lnSpc>
              <a:spcBef>
                <a:spcPts val="0"/>
              </a:spcBef>
              <a:spcAft>
                <a:spcPts val="400"/>
              </a:spcAft>
            </a:pPr>
            <a:r>
              <a:rPr sz="2500" b="1">
                <a:solidFill>
                  <a:srgbClr val="64D5AF"/>
                </a:solidFill>
                <a:latin typeface="Arial"/>
                <a:ea typeface="Apple SD Gothic Neo"/>
              </a:rPr>
              <a:t>책임 있는 판단</a:t>
            </a:r>
          </a:p>
        </p:txBody>
      </p:sp>
      <p:sp>
        <p:nvSpPr>
          <p:cNvPr id="12" name="Rounded Rectangle 11"/>
          <p:cNvSpPr/>
          <p:nvPr/>
        </p:nvSpPr>
        <p:spPr>
          <a:xfrm>
            <a:off x="603504" y="4069080"/>
            <a:ext cx="11018520" cy="1344168"/>
          </a:xfrm>
          <a:prstGeom prst="roundRect">
            <a:avLst>
              <a:gd name="adj" fmla="val 12000"/>
            </a:avLst>
          </a:prstGeom>
          <a:solidFill>
            <a:srgbClr val="1A243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914400" y="4334256"/>
            <a:ext cx="10323576" cy="502920"/>
          </a:xfrm>
          <a:prstGeom prst="rect">
            <a:avLst/>
          </a:prstGeom>
          <a:noFill/>
        </p:spPr>
        <p:txBody>
          <a:bodyPr wrap="square" lIns="0" rIns="0" tIns="0" bIns="0">
            <a:spAutoFit/>
          </a:bodyPr>
          <a:lstStyle/>
          <a:p>
            <a:pPr algn="l">
              <a:lnSpc>
                <a:spcPct val="116000"/>
              </a:lnSpc>
              <a:spcBef>
                <a:spcPts val="0"/>
              </a:spcBef>
              <a:spcAft>
                <a:spcPts val="400"/>
              </a:spcAft>
            </a:pPr>
            <a:r>
              <a:rPr sz="2700" b="1">
                <a:solidFill>
                  <a:srgbClr val="FFFFFF"/>
                </a:solidFill>
                <a:latin typeface="Arial"/>
                <a:ea typeface="Apple SD Gothic Neo"/>
              </a:rPr>
              <a:t>우리 조직의 첫 한 건은 무엇입니까?</a:t>
            </a:r>
          </a:p>
        </p:txBody>
      </p:sp>
      <p:sp>
        <p:nvSpPr>
          <p:cNvPr id="14" name="TextBox 13"/>
          <p:cNvSpPr txBox="1"/>
          <p:nvPr/>
        </p:nvSpPr>
        <p:spPr>
          <a:xfrm>
            <a:off x="914400" y="5020056"/>
            <a:ext cx="10323576" cy="301752"/>
          </a:xfrm>
          <a:prstGeom prst="rect">
            <a:avLst/>
          </a:prstGeom>
          <a:noFill/>
        </p:spPr>
        <p:txBody>
          <a:bodyPr wrap="square" lIns="0" rIns="0" tIns="0" bIns="0">
            <a:spAutoFit/>
          </a:bodyPr>
          <a:lstStyle/>
          <a:p>
            <a:pPr algn="l">
              <a:lnSpc>
                <a:spcPct val="116000"/>
              </a:lnSpc>
              <a:spcBef>
                <a:spcPts val="0"/>
              </a:spcBef>
              <a:spcAft>
                <a:spcPts val="400"/>
              </a:spcAft>
            </a:pPr>
            <a:r>
              <a:rPr sz="1600" b="0">
                <a:solidFill>
                  <a:srgbClr val="B1BED3"/>
                </a:solidFill>
                <a:latin typeface="Arial"/>
                <a:ea typeface="Apple SD Gothic Neo"/>
              </a:rPr>
              <a:t>업무 담당자 · 완료 기준 · 허용 범위 · 최종 승인자를 함께 정합니다.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521207" y="310896"/>
            <a:ext cx="10698480" cy="256032"/>
          </a:xfrm>
          <a:prstGeom prst="rect">
            <a:avLst/>
          </a:prstGeom>
          <a:noFill/>
        </p:spPr>
        <p:txBody>
          <a:bodyPr wrap="square" lIns="0" rIns="0" tIns="0" bIns="0">
            <a:spAutoFit/>
          </a:bodyPr>
          <a:lstStyle/>
          <a:p>
            <a:pPr algn="l">
              <a:lnSpc>
                <a:spcPct val="116000"/>
              </a:lnSpc>
              <a:spcBef>
                <a:spcPts val="0"/>
              </a:spcBef>
              <a:spcAft>
                <a:spcPts val="200"/>
              </a:spcAft>
            </a:pPr>
            <a:r>
              <a:rPr sz="1000" b="1">
                <a:solidFill>
                  <a:srgbClr val="A783D7"/>
                </a:solidFill>
                <a:latin typeface="Arial"/>
                <a:ea typeface="Apple SD Gothic Neo"/>
              </a:rPr>
              <a:t>APPENDIX A  /  TERMINOLOGY BOUNDARIES</a:t>
            </a:r>
          </a:p>
        </p:txBody>
      </p:sp>
      <p:sp>
        <p:nvSpPr>
          <p:cNvPr id="3" name="TextBox 2"/>
          <p:cNvSpPr txBox="1"/>
          <p:nvPr/>
        </p:nvSpPr>
        <p:spPr>
          <a:xfrm>
            <a:off x="521207" y="832104"/>
            <a:ext cx="11064240" cy="1170432"/>
          </a:xfrm>
          <a:prstGeom prst="rect">
            <a:avLst/>
          </a:prstGeom>
          <a:noFill/>
        </p:spPr>
        <p:txBody>
          <a:bodyPr wrap="square" lIns="0" rIns="0" tIns="0" bIns="0">
            <a:spAutoFit/>
          </a:bodyPr>
          <a:lstStyle/>
          <a:p>
            <a:pPr algn="l">
              <a:lnSpc>
                <a:spcPct val="109000"/>
              </a:lnSpc>
              <a:spcBef>
                <a:spcPts val="0"/>
              </a:spcBef>
              <a:spcAft>
                <a:spcPts val="400"/>
              </a:spcAft>
            </a:pPr>
            <a:r>
              <a:rPr sz="3200" b="1">
                <a:solidFill>
                  <a:srgbClr val="182236"/>
                </a:solidFill>
                <a:latin typeface="Arial"/>
                <a:ea typeface="Apple SD Gothic Neo"/>
              </a:rPr>
              <a:t>세 가지는 서로 다른 개념입니다.</a:t>
            </a:r>
          </a:p>
        </p:txBody>
      </p:sp>
      <p:cxnSp>
        <p:nvCxnSpPr>
          <p:cNvPr id="4" name="Connector 3"/>
          <p:cNvCxnSpPr/>
          <p:nvPr/>
        </p:nvCxnSpPr>
        <p:spPr>
          <a:xfrm>
            <a:off x="521207" y="6446520"/>
            <a:ext cx="11128249" cy="0"/>
          </a:xfrm>
          <a:prstGeom prst="line">
            <a:avLst/>
          </a:prstGeom>
          <a:ln w="8890">
            <a:solidFill>
              <a:srgbClr val="DCE2EC"/>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9496" y="6547104"/>
            <a:ext cx="8778240" cy="173736"/>
          </a:xfrm>
          <a:prstGeom prst="rect">
            <a:avLst/>
          </a:prstGeom>
          <a:noFill/>
        </p:spPr>
        <p:txBody>
          <a:bodyPr wrap="square" lIns="0" rIns="0" tIns="0" bIns="0">
            <a:spAutoFit/>
          </a:bodyPr>
          <a:lstStyle/>
          <a:p>
            <a:pPr algn="l">
              <a:lnSpc>
                <a:spcPct val="116000"/>
              </a:lnSpc>
              <a:spcBef>
                <a:spcPts val="0"/>
              </a:spcBef>
              <a:spcAft>
                <a:spcPts val="200"/>
              </a:spcAft>
            </a:pPr>
            <a:r>
              <a:rPr sz="850" b="0">
                <a:solidFill>
                  <a:srgbClr val="78859A"/>
                </a:solidFill>
                <a:latin typeface="Arial"/>
                <a:ea typeface="Apple SD Gothic Neo"/>
              </a:rPr>
              <a:t>GitHub Copilot  /  Agentic Development in Action</a:t>
            </a:r>
          </a:p>
        </p:txBody>
      </p:sp>
      <p:sp>
        <p:nvSpPr>
          <p:cNvPr id="6" name="TextBox 5"/>
          <p:cNvSpPr txBox="1"/>
          <p:nvPr/>
        </p:nvSpPr>
        <p:spPr>
          <a:xfrm>
            <a:off x="11064240" y="6510528"/>
            <a:ext cx="576072" cy="246888"/>
          </a:xfrm>
          <a:prstGeom prst="rect">
            <a:avLst/>
          </a:prstGeom>
          <a:noFill/>
        </p:spPr>
        <p:txBody>
          <a:bodyPr wrap="square" lIns="0" rIns="0" tIns="0" bIns="0">
            <a:spAutoFit/>
          </a:bodyPr>
          <a:lstStyle/>
          <a:p>
            <a:pPr algn="r">
              <a:lnSpc>
                <a:spcPct val="116000"/>
              </a:lnSpc>
              <a:spcBef>
                <a:spcPts val="0"/>
              </a:spcBef>
              <a:spcAft>
                <a:spcPts val="200"/>
              </a:spcAft>
            </a:pPr>
            <a:r>
              <a:rPr sz="1100" b="0">
                <a:solidFill>
                  <a:srgbClr val="78859A"/>
                </a:solidFill>
                <a:latin typeface="Arial"/>
                <a:ea typeface="Apple SD Gothic Neo"/>
              </a:rPr>
              <a:t>15</a:t>
            </a:r>
          </a:p>
        </p:txBody>
      </p:sp>
      <p:sp>
        <p:nvSpPr>
          <p:cNvPr id="7" name="Rounded Rectangle 6"/>
          <p:cNvSpPr/>
          <p:nvPr/>
        </p:nvSpPr>
        <p:spPr>
          <a:xfrm>
            <a:off x="576072" y="2432304"/>
            <a:ext cx="3566160" cy="3355848"/>
          </a:xfrm>
          <a:prstGeom prst="roundRect">
            <a:avLst>
              <a:gd name="adj" fmla="val 12000"/>
            </a:avLst>
          </a:prstGeom>
          <a:solidFill>
            <a:srgbClr val="FFFFFF"/>
          </a:solidFill>
          <a:ln w="10160">
            <a:solidFill>
              <a:srgbClr val="DCE2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777240" y="2679192"/>
            <a:ext cx="3163824" cy="301752"/>
          </a:xfrm>
          <a:prstGeom prst="roundRect">
            <a:avLst>
              <a:gd name="adj" fmla="val 12000"/>
            </a:avLst>
          </a:prstGeom>
          <a:solidFill>
            <a:srgbClr val="EEE7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50392" y="2720340"/>
            <a:ext cx="3017520" cy="228600"/>
          </a:xfrm>
          <a:prstGeom prst="rect">
            <a:avLst/>
          </a:prstGeom>
          <a:noFill/>
        </p:spPr>
        <p:txBody>
          <a:bodyPr wrap="square" lIns="0" rIns="0" tIns="0" bIns="0">
            <a:spAutoFit/>
          </a:bodyPr>
          <a:lstStyle/>
          <a:p>
            <a:pPr algn="ctr">
              <a:lnSpc>
                <a:spcPct val="116000"/>
              </a:lnSpc>
              <a:spcBef>
                <a:spcPts val="0"/>
              </a:spcBef>
              <a:spcAft>
                <a:spcPts val="200"/>
              </a:spcAft>
            </a:pPr>
            <a:r>
              <a:rPr sz="1000" b="1">
                <a:solidFill>
                  <a:srgbClr val="267F62"/>
                </a:solidFill>
                <a:latin typeface="Arial"/>
                <a:ea typeface="Apple SD Gothic Neo"/>
              </a:rPr>
              <a:t>이번에 실행</a:t>
            </a:r>
          </a:p>
        </p:txBody>
      </p:sp>
      <p:sp>
        <p:nvSpPr>
          <p:cNvPr id="10" name="TextBox 9"/>
          <p:cNvSpPr txBox="1"/>
          <p:nvPr/>
        </p:nvSpPr>
        <p:spPr>
          <a:xfrm>
            <a:off x="813816" y="3355848"/>
            <a:ext cx="3099816" cy="612648"/>
          </a:xfrm>
          <a:prstGeom prst="rect">
            <a:avLst/>
          </a:prstGeom>
          <a:noFill/>
        </p:spPr>
        <p:txBody>
          <a:bodyPr wrap="square" lIns="0" rIns="0" tIns="0" bIns="0">
            <a:spAutoFit/>
          </a:bodyPr>
          <a:lstStyle/>
          <a:p>
            <a:pPr algn="l">
              <a:lnSpc>
                <a:spcPct val="116000"/>
              </a:lnSpc>
              <a:spcBef>
                <a:spcPts val="0"/>
              </a:spcBef>
              <a:spcAft>
                <a:spcPts val="400"/>
              </a:spcAft>
            </a:pPr>
            <a:r>
              <a:rPr sz="2400" b="1">
                <a:solidFill>
                  <a:srgbClr val="182236"/>
                </a:solidFill>
                <a:latin typeface="Arial"/>
                <a:ea typeface="Apple SD Gothic Neo"/>
              </a:rPr>
              <a:t>GitHub의 개발 업무</a:t>
            </a:r>
          </a:p>
        </p:txBody>
      </p:sp>
      <p:sp>
        <p:nvSpPr>
          <p:cNvPr id="11" name="TextBox 10"/>
          <p:cNvSpPr txBox="1"/>
          <p:nvPr/>
        </p:nvSpPr>
        <p:spPr>
          <a:xfrm>
            <a:off x="813816" y="4261104"/>
            <a:ext cx="3099816" cy="841248"/>
          </a:xfrm>
          <a:prstGeom prst="rect">
            <a:avLst/>
          </a:prstGeom>
          <a:noFill/>
        </p:spPr>
        <p:txBody>
          <a:bodyPr wrap="square" lIns="0" rIns="0" tIns="0" bIns="0">
            <a:spAutoFit/>
          </a:bodyPr>
          <a:lstStyle/>
          <a:p>
            <a:pPr algn="l">
              <a:lnSpc>
                <a:spcPct val="116000"/>
              </a:lnSpc>
              <a:spcBef>
                <a:spcPts val="0"/>
              </a:spcBef>
              <a:spcAft>
                <a:spcPts val="400"/>
              </a:spcAft>
            </a:pPr>
            <a:r>
              <a:rPr sz="1600" b="0">
                <a:solidFill>
                  <a:srgbClr val="78859A"/>
                </a:solidFill>
                <a:latin typeface="Arial"/>
                <a:ea typeface="Apple SD Gothic Neo"/>
              </a:rPr>
              <a:t>Copilot CLI로 계획·구현·검토</a:t>
            </a:r>
          </a:p>
          <a:p>
            <a:pPr algn="l">
              <a:lnSpc>
                <a:spcPct val="116000"/>
              </a:lnSpc>
              <a:spcBef>
                <a:spcPts val="0"/>
              </a:spcBef>
              <a:spcAft>
                <a:spcPts val="400"/>
              </a:spcAft>
            </a:pPr>
            <a:r>
              <a:rPr sz="1600" b="0">
                <a:solidFill>
                  <a:srgbClr val="78859A"/>
                </a:solidFill>
                <a:latin typeface="Arial"/>
                <a:ea typeface="Apple SD Gothic Neo"/>
              </a:rPr>
              <a:t>로컬 코드 변경과 테스트 근거</a:t>
            </a:r>
          </a:p>
        </p:txBody>
      </p:sp>
      <p:sp>
        <p:nvSpPr>
          <p:cNvPr id="12" name="TextBox 11"/>
          <p:cNvSpPr txBox="1"/>
          <p:nvPr/>
        </p:nvSpPr>
        <p:spPr>
          <a:xfrm>
            <a:off x="813816" y="5330952"/>
            <a:ext cx="3099816" cy="320040"/>
          </a:xfrm>
          <a:prstGeom prst="rect">
            <a:avLst/>
          </a:prstGeom>
          <a:noFill/>
        </p:spPr>
        <p:txBody>
          <a:bodyPr wrap="square" lIns="0" rIns="0" tIns="0" bIns="0">
            <a:spAutoFit/>
          </a:bodyPr>
          <a:lstStyle/>
          <a:p>
            <a:pPr algn="l">
              <a:lnSpc>
                <a:spcPct val="116000"/>
              </a:lnSpc>
              <a:spcBef>
                <a:spcPts val="0"/>
              </a:spcBef>
              <a:spcAft>
                <a:spcPts val="200"/>
              </a:spcAft>
            </a:pPr>
            <a:r>
              <a:rPr sz="1300" b="1">
                <a:solidFill>
                  <a:srgbClr val="267F62"/>
                </a:solidFill>
                <a:latin typeface="Arial"/>
                <a:ea typeface="Apple SD Gothic Neo"/>
              </a:rPr>
              <a:t>파일 기반 역할별 인계</a:t>
            </a:r>
          </a:p>
        </p:txBody>
      </p:sp>
      <p:sp>
        <p:nvSpPr>
          <p:cNvPr id="13" name="Rounded Rectangle 12"/>
          <p:cNvSpPr/>
          <p:nvPr/>
        </p:nvSpPr>
        <p:spPr>
          <a:xfrm>
            <a:off x="4379976" y="2432304"/>
            <a:ext cx="3566160" cy="3355848"/>
          </a:xfrm>
          <a:prstGeom prst="roundRect">
            <a:avLst>
              <a:gd name="adj" fmla="val 12000"/>
            </a:avLst>
          </a:prstGeom>
          <a:solidFill>
            <a:srgbClr val="FFFFFF"/>
          </a:solidFill>
          <a:ln w="10160">
            <a:solidFill>
              <a:srgbClr val="DCE2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ounded Rectangle 13"/>
          <p:cNvSpPr/>
          <p:nvPr/>
        </p:nvSpPr>
        <p:spPr>
          <a:xfrm>
            <a:off x="4581144" y="2679192"/>
            <a:ext cx="3163824" cy="301752"/>
          </a:xfrm>
          <a:prstGeom prst="roundRect">
            <a:avLst>
              <a:gd name="adj" fmla="val 12000"/>
            </a:avLst>
          </a:prstGeom>
          <a:solidFill>
            <a:srgbClr val="EEE7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654296" y="2720340"/>
            <a:ext cx="3017520" cy="228600"/>
          </a:xfrm>
          <a:prstGeom prst="rect">
            <a:avLst/>
          </a:prstGeom>
          <a:noFill/>
        </p:spPr>
        <p:txBody>
          <a:bodyPr wrap="square" lIns="0" rIns="0" tIns="0" bIns="0">
            <a:spAutoFit/>
          </a:bodyPr>
          <a:lstStyle/>
          <a:p>
            <a:pPr algn="ctr">
              <a:lnSpc>
                <a:spcPct val="116000"/>
              </a:lnSpc>
              <a:spcBef>
                <a:spcPts val="0"/>
              </a:spcBef>
              <a:spcAft>
                <a:spcPts val="200"/>
              </a:spcAft>
            </a:pPr>
            <a:r>
              <a:rPr sz="1000" b="1">
                <a:solidFill>
                  <a:srgbClr val="78859A"/>
                </a:solidFill>
                <a:latin typeface="Arial"/>
                <a:ea typeface="Apple SD Gothic Neo"/>
              </a:rPr>
              <a:t>이번에 연결하지 않음</a:t>
            </a:r>
          </a:p>
        </p:txBody>
      </p:sp>
      <p:sp>
        <p:nvSpPr>
          <p:cNvPr id="16" name="TextBox 15"/>
          <p:cNvSpPr txBox="1"/>
          <p:nvPr/>
        </p:nvSpPr>
        <p:spPr>
          <a:xfrm>
            <a:off x="4617720" y="3355848"/>
            <a:ext cx="3099816" cy="612648"/>
          </a:xfrm>
          <a:prstGeom prst="rect">
            <a:avLst/>
          </a:prstGeom>
          <a:noFill/>
        </p:spPr>
        <p:txBody>
          <a:bodyPr wrap="square" lIns="0" rIns="0" tIns="0" bIns="0">
            <a:spAutoFit/>
          </a:bodyPr>
          <a:lstStyle/>
          <a:p>
            <a:pPr algn="l">
              <a:lnSpc>
                <a:spcPct val="116000"/>
              </a:lnSpc>
              <a:spcBef>
                <a:spcPts val="0"/>
              </a:spcBef>
              <a:spcAft>
                <a:spcPts val="400"/>
              </a:spcAft>
            </a:pPr>
            <a:r>
              <a:rPr sz="2400" b="1">
                <a:solidFill>
                  <a:srgbClr val="182236"/>
                </a:solidFill>
                <a:latin typeface="Arial"/>
                <a:ea typeface="Apple SD Gothic Neo"/>
              </a:rPr>
              <a:t>Copilot Studio</a:t>
            </a:r>
          </a:p>
        </p:txBody>
      </p:sp>
      <p:sp>
        <p:nvSpPr>
          <p:cNvPr id="17" name="TextBox 16"/>
          <p:cNvSpPr txBox="1"/>
          <p:nvPr/>
        </p:nvSpPr>
        <p:spPr>
          <a:xfrm>
            <a:off x="4617720" y="4261104"/>
            <a:ext cx="3099816" cy="841248"/>
          </a:xfrm>
          <a:prstGeom prst="rect">
            <a:avLst/>
          </a:prstGeom>
          <a:noFill/>
        </p:spPr>
        <p:txBody>
          <a:bodyPr wrap="square" lIns="0" rIns="0" tIns="0" bIns="0">
            <a:spAutoFit/>
          </a:bodyPr>
          <a:lstStyle/>
          <a:p>
            <a:pPr algn="l">
              <a:lnSpc>
                <a:spcPct val="116000"/>
              </a:lnSpc>
              <a:spcBef>
                <a:spcPts val="0"/>
              </a:spcBef>
              <a:spcAft>
                <a:spcPts val="400"/>
              </a:spcAft>
            </a:pPr>
            <a:r>
              <a:rPr sz="1600" b="0">
                <a:solidFill>
                  <a:srgbClr val="78859A"/>
                </a:solidFill>
                <a:latin typeface="Arial"/>
                <a:ea typeface="Apple SD Gothic Neo"/>
              </a:rPr>
              <a:t>업무용 에이전트와</a:t>
            </a:r>
          </a:p>
          <a:p>
            <a:pPr algn="l">
              <a:lnSpc>
                <a:spcPct val="116000"/>
              </a:lnSpc>
              <a:spcBef>
                <a:spcPts val="0"/>
              </a:spcBef>
              <a:spcAft>
                <a:spcPts val="400"/>
              </a:spcAft>
            </a:pPr>
            <a:r>
              <a:rPr sz="1600" b="0">
                <a:solidFill>
                  <a:srgbClr val="78859A"/>
                </a:solidFill>
                <a:latin typeface="Arial"/>
                <a:ea typeface="Apple SD Gothic Neo"/>
              </a:rPr>
              <a:t>업무 흐름을 구성하는 별도 영역</a:t>
            </a:r>
          </a:p>
        </p:txBody>
      </p:sp>
      <p:sp>
        <p:nvSpPr>
          <p:cNvPr id="18" name="TextBox 17"/>
          <p:cNvSpPr txBox="1"/>
          <p:nvPr/>
        </p:nvSpPr>
        <p:spPr>
          <a:xfrm>
            <a:off x="4617720" y="5330952"/>
            <a:ext cx="3099816" cy="320040"/>
          </a:xfrm>
          <a:prstGeom prst="rect">
            <a:avLst/>
          </a:prstGeom>
          <a:noFill/>
        </p:spPr>
        <p:txBody>
          <a:bodyPr wrap="square" lIns="0" rIns="0" tIns="0" bIns="0">
            <a:spAutoFit/>
          </a:bodyPr>
          <a:lstStyle/>
          <a:p>
            <a:pPr algn="l">
              <a:lnSpc>
                <a:spcPct val="116000"/>
              </a:lnSpc>
              <a:spcBef>
                <a:spcPts val="0"/>
              </a:spcBef>
              <a:spcAft>
                <a:spcPts val="200"/>
              </a:spcAft>
            </a:pPr>
            <a:r>
              <a:rPr sz="1300" b="1">
                <a:solidFill>
                  <a:srgbClr val="78859A"/>
                </a:solidFill>
                <a:latin typeface="Arial"/>
                <a:ea typeface="Apple SD Gothic Neo"/>
              </a:rPr>
              <a:t>이 데모의 실행 경로가 아님</a:t>
            </a:r>
          </a:p>
        </p:txBody>
      </p:sp>
      <p:sp>
        <p:nvSpPr>
          <p:cNvPr id="19" name="Rounded Rectangle 18"/>
          <p:cNvSpPr/>
          <p:nvPr/>
        </p:nvSpPr>
        <p:spPr>
          <a:xfrm>
            <a:off x="8183880" y="2432304"/>
            <a:ext cx="3566160" cy="3355848"/>
          </a:xfrm>
          <a:prstGeom prst="roundRect">
            <a:avLst>
              <a:gd name="adj" fmla="val 12000"/>
            </a:avLst>
          </a:prstGeom>
          <a:solidFill>
            <a:srgbClr val="FFFFFF"/>
          </a:solidFill>
          <a:ln w="10160">
            <a:solidFill>
              <a:srgbClr val="DCE2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8385048" y="2679192"/>
            <a:ext cx="3163824" cy="301752"/>
          </a:xfrm>
          <a:prstGeom prst="roundRect">
            <a:avLst>
              <a:gd name="adj" fmla="val 12000"/>
            </a:avLst>
          </a:prstGeom>
          <a:solidFill>
            <a:srgbClr val="EEE7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458200" y="2720340"/>
            <a:ext cx="3017520" cy="228600"/>
          </a:xfrm>
          <a:prstGeom prst="rect">
            <a:avLst/>
          </a:prstGeom>
          <a:noFill/>
        </p:spPr>
        <p:txBody>
          <a:bodyPr wrap="square" lIns="0" rIns="0" tIns="0" bIns="0">
            <a:spAutoFit/>
          </a:bodyPr>
          <a:lstStyle/>
          <a:p>
            <a:pPr algn="ctr">
              <a:lnSpc>
                <a:spcPct val="116000"/>
              </a:lnSpc>
              <a:spcBef>
                <a:spcPts val="0"/>
              </a:spcBef>
              <a:spcAft>
                <a:spcPts val="200"/>
              </a:spcAft>
            </a:pPr>
            <a:r>
              <a:rPr sz="1000" b="1">
                <a:solidFill>
                  <a:srgbClr val="78859A"/>
                </a:solidFill>
                <a:latin typeface="Arial"/>
                <a:ea typeface="Apple SD Gothic Neo"/>
              </a:rPr>
              <a:t>이번에 구현하지 않음</a:t>
            </a:r>
          </a:p>
        </p:txBody>
      </p:sp>
      <p:sp>
        <p:nvSpPr>
          <p:cNvPr id="22" name="TextBox 21"/>
          <p:cNvSpPr txBox="1"/>
          <p:nvPr/>
        </p:nvSpPr>
        <p:spPr>
          <a:xfrm>
            <a:off x="8421624" y="3355848"/>
            <a:ext cx="3099816" cy="612648"/>
          </a:xfrm>
          <a:prstGeom prst="rect">
            <a:avLst/>
          </a:prstGeom>
          <a:noFill/>
        </p:spPr>
        <p:txBody>
          <a:bodyPr wrap="square" lIns="0" rIns="0" tIns="0" bIns="0">
            <a:spAutoFit/>
          </a:bodyPr>
          <a:lstStyle/>
          <a:p>
            <a:pPr algn="l">
              <a:lnSpc>
                <a:spcPct val="116000"/>
              </a:lnSpc>
              <a:spcBef>
                <a:spcPts val="0"/>
              </a:spcBef>
              <a:spcAft>
                <a:spcPts val="400"/>
              </a:spcAft>
            </a:pPr>
            <a:r>
              <a:rPr sz="2400" b="1">
                <a:solidFill>
                  <a:srgbClr val="182236"/>
                </a:solidFill>
                <a:latin typeface="Arial"/>
                <a:ea typeface="Apple SD Gothic Neo"/>
              </a:rPr>
              <a:t>A2A 프로토콜</a:t>
            </a:r>
          </a:p>
        </p:txBody>
      </p:sp>
      <p:sp>
        <p:nvSpPr>
          <p:cNvPr id="23" name="TextBox 22"/>
          <p:cNvSpPr txBox="1"/>
          <p:nvPr/>
        </p:nvSpPr>
        <p:spPr>
          <a:xfrm>
            <a:off x="8421624" y="4261104"/>
            <a:ext cx="3099816" cy="841248"/>
          </a:xfrm>
          <a:prstGeom prst="rect">
            <a:avLst/>
          </a:prstGeom>
          <a:noFill/>
        </p:spPr>
        <p:txBody>
          <a:bodyPr wrap="square" lIns="0" rIns="0" tIns="0" bIns="0">
            <a:spAutoFit/>
          </a:bodyPr>
          <a:lstStyle/>
          <a:p>
            <a:pPr algn="l">
              <a:lnSpc>
                <a:spcPct val="116000"/>
              </a:lnSpc>
              <a:spcBef>
                <a:spcPts val="0"/>
              </a:spcBef>
              <a:spcAft>
                <a:spcPts val="400"/>
              </a:spcAft>
            </a:pPr>
            <a:r>
              <a:rPr sz="1600" b="0">
                <a:solidFill>
                  <a:srgbClr val="78859A"/>
                </a:solidFill>
                <a:latin typeface="Arial"/>
                <a:ea typeface="Apple SD Gothic Neo"/>
              </a:rPr>
              <a:t>에이전트 간 통신·상호운용을</a:t>
            </a:r>
          </a:p>
          <a:p>
            <a:pPr algn="l">
              <a:lnSpc>
                <a:spcPct val="116000"/>
              </a:lnSpc>
              <a:spcBef>
                <a:spcPts val="0"/>
              </a:spcBef>
              <a:spcAft>
                <a:spcPts val="400"/>
              </a:spcAft>
            </a:pPr>
            <a:r>
              <a:rPr sz="1600" b="0">
                <a:solidFill>
                  <a:srgbClr val="78859A"/>
                </a:solidFill>
                <a:latin typeface="Arial"/>
                <a:ea typeface="Apple SD Gothic Neo"/>
              </a:rPr>
              <a:t>정의하는 프로토콜</a:t>
            </a:r>
          </a:p>
        </p:txBody>
      </p:sp>
      <p:sp>
        <p:nvSpPr>
          <p:cNvPr id="24" name="TextBox 23"/>
          <p:cNvSpPr txBox="1"/>
          <p:nvPr/>
        </p:nvSpPr>
        <p:spPr>
          <a:xfrm>
            <a:off x="8421624" y="5330952"/>
            <a:ext cx="3099816" cy="320040"/>
          </a:xfrm>
          <a:prstGeom prst="rect">
            <a:avLst/>
          </a:prstGeom>
          <a:noFill/>
        </p:spPr>
        <p:txBody>
          <a:bodyPr wrap="square" lIns="0" rIns="0" tIns="0" bIns="0">
            <a:spAutoFit/>
          </a:bodyPr>
          <a:lstStyle/>
          <a:p>
            <a:pPr algn="l">
              <a:lnSpc>
                <a:spcPct val="116000"/>
              </a:lnSpc>
              <a:spcBef>
                <a:spcPts val="0"/>
              </a:spcBef>
              <a:spcAft>
                <a:spcPts val="200"/>
              </a:spcAft>
            </a:pPr>
            <a:r>
              <a:rPr sz="1300" b="1">
                <a:solidFill>
                  <a:srgbClr val="78859A"/>
                </a:solidFill>
                <a:latin typeface="Arial"/>
                <a:ea typeface="Apple SD Gothic Neo"/>
              </a:rPr>
              <a:t>협업 설계라는 뜻과 구분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521207" y="310896"/>
            <a:ext cx="10698480" cy="256032"/>
          </a:xfrm>
          <a:prstGeom prst="rect">
            <a:avLst/>
          </a:prstGeom>
          <a:noFill/>
        </p:spPr>
        <p:txBody>
          <a:bodyPr wrap="square" lIns="0" rIns="0" tIns="0" bIns="0">
            <a:spAutoFit/>
          </a:bodyPr>
          <a:lstStyle/>
          <a:p>
            <a:pPr algn="l">
              <a:lnSpc>
                <a:spcPct val="116000"/>
              </a:lnSpc>
              <a:spcBef>
                <a:spcPts val="0"/>
              </a:spcBef>
              <a:spcAft>
                <a:spcPts val="200"/>
              </a:spcAft>
            </a:pPr>
            <a:r>
              <a:rPr sz="1000" b="1">
                <a:solidFill>
                  <a:srgbClr val="A783D7"/>
                </a:solidFill>
                <a:latin typeface="Arial"/>
                <a:ea typeface="Apple SD Gothic Neo"/>
              </a:rPr>
              <a:t>APPENDIX B  /  VERIFIED SCOPE</a:t>
            </a:r>
          </a:p>
        </p:txBody>
      </p:sp>
      <p:sp>
        <p:nvSpPr>
          <p:cNvPr id="3" name="TextBox 2"/>
          <p:cNvSpPr txBox="1"/>
          <p:nvPr/>
        </p:nvSpPr>
        <p:spPr>
          <a:xfrm>
            <a:off x="521207" y="832104"/>
            <a:ext cx="11064240" cy="1170432"/>
          </a:xfrm>
          <a:prstGeom prst="rect">
            <a:avLst/>
          </a:prstGeom>
          <a:noFill/>
        </p:spPr>
        <p:txBody>
          <a:bodyPr wrap="square" lIns="0" rIns="0" tIns="0" bIns="0">
            <a:spAutoFit/>
          </a:bodyPr>
          <a:lstStyle/>
          <a:p>
            <a:pPr algn="l">
              <a:lnSpc>
                <a:spcPct val="109000"/>
              </a:lnSpc>
              <a:spcBef>
                <a:spcPts val="0"/>
              </a:spcBef>
              <a:spcAft>
                <a:spcPts val="400"/>
              </a:spcAft>
            </a:pPr>
            <a:r>
              <a:rPr sz="3200" b="1">
                <a:solidFill>
                  <a:srgbClr val="182236"/>
                </a:solidFill>
                <a:latin typeface="Arial"/>
                <a:ea typeface="Apple SD Gothic Neo"/>
              </a:rPr>
              <a:t>확인한 것과, 주장하지 않는 것.</a:t>
            </a:r>
          </a:p>
        </p:txBody>
      </p:sp>
      <p:cxnSp>
        <p:nvCxnSpPr>
          <p:cNvPr id="4" name="Connector 3"/>
          <p:cNvCxnSpPr/>
          <p:nvPr/>
        </p:nvCxnSpPr>
        <p:spPr>
          <a:xfrm>
            <a:off x="521207" y="6446520"/>
            <a:ext cx="11128249" cy="0"/>
          </a:xfrm>
          <a:prstGeom prst="line">
            <a:avLst/>
          </a:prstGeom>
          <a:ln w="8890">
            <a:solidFill>
              <a:srgbClr val="DCE2EC"/>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9496" y="6547104"/>
            <a:ext cx="8778240" cy="173736"/>
          </a:xfrm>
          <a:prstGeom prst="rect">
            <a:avLst/>
          </a:prstGeom>
          <a:noFill/>
        </p:spPr>
        <p:txBody>
          <a:bodyPr wrap="square" lIns="0" rIns="0" tIns="0" bIns="0">
            <a:spAutoFit/>
          </a:bodyPr>
          <a:lstStyle/>
          <a:p>
            <a:pPr algn="l">
              <a:lnSpc>
                <a:spcPct val="116000"/>
              </a:lnSpc>
              <a:spcBef>
                <a:spcPts val="0"/>
              </a:spcBef>
              <a:spcAft>
                <a:spcPts val="200"/>
              </a:spcAft>
            </a:pPr>
            <a:r>
              <a:rPr sz="850" b="0">
                <a:solidFill>
                  <a:srgbClr val="78859A"/>
                </a:solidFill>
                <a:latin typeface="Arial"/>
                <a:ea typeface="Apple SD Gothic Neo"/>
              </a:rPr>
              <a:t>GitHub Copilot  /  Agentic Development in Action</a:t>
            </a:r>
          </a:p>
        </p:txBody>
      </p:sp>
      <p:sp>
        <p:nvSpPr>
          <p:cNvPr id="6" name="TextBox 5"/>
          <p:cNvSpPr txBox="1"/>
          <p:nvPr/>
        </p:nvSpPr>
        <p:spPr>
          <a:xfrm>
            <a:off x="11064240" y="6510528"/>
            <a:ext cx="576072" cy="246888"/>
          </a:xfrm>
          <a:prstGeom prst="rect">
            <a:avLst/>
          </a:prstGeom>
          <a:noFill/>
        </p:spPr>
        <p:txBody>
          <a:bodyPr wrap="square" lIns="0" rIns="0" tIns="0" bIns="0">
            <a:spAutoFit/>
          </a:bodyPr>
          <a:lstStyle/>
          <a:p>
            <a:pPr algn="r">
              <a:lnSpc>
                <a:spcPct val="116000"/>
              </a:lnSpc>
              <a:spcBef>
                <a:spcPts val="0"/>
              </a:spcBef>
              <a:spcAft>
                <a:spcPts val="200"/>
              </a:spcAft>
            </a:pPr>
            <a:r>
              <a:rPr sz="1100" b="0">
                <a:solidFill>
                  <a:srgbClr val="78859A"/>
                </a:solidFill>
                <a:latin typeface="Arial"/>
                <a:ea typeface="Apple SD Gothic Neo"/>
              </a:rPr>
              <a:t>16</a:t>
            </a:r>
          </a:p>
        </p:txBody>
      </p:sp>
      <p:sp>
        <p:nvSpPr>
          <p:cNvPr id="7" name="Rounded Rectangle 6"/>
          <p:cNvSpPr/>
          <p:nvPr/>
        </p:nvSpPr>
        <p:spPr>
          <a:xfrm>
            <a:off x="566928" y="2322576"/>
            <a:ext cx="5513832" cy="3575304"/>
          </a:xfrm>
          <a:prstGeom prst="roundRect">
            <a:avLst>
              <a:gd name="adj" fmla="val 12000"/>
            </a:avLst>
          </a:prstGeom>
          <a:solidFill>
            <a:srgbClr val="FFFFFF"/>
          </a:solidFill>
          <a:ln w="10160">
            <a:solidFill>
              <a:srgbClr val="DCE2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50392" y="2615184"/>
            <a:ext cx="4928616" cy="429768"/>
          </a:xfrm>
          <a:prstGeom prst="rect">
            <a:avLst/>
          </a:prstGeom>
          <a:noFill/>
        </p:spPr>
        <p:txBody>
          <a:bodyPr wrap="square" lIns="0" rIns="0" tIns="0" bIns="0">
            <a:spAutoFit/>
          </a:bodyPr>
          <a:lstStyle/>
          <a:p>
            <a:pPr algn="l">
              <a:lnSpc>
                <a:spcPct val="116000"/>
              </a:lnSpc>
              <a:spcBef>
                <a:spcPts val="0"/>
              </a:spcBef>
              <a:spcAft>
                <a:spcPts val="400"/>
              </a:spcAft>
            </a:pPr>
            <a:r>
              <a:rPr sz="2300" b="1">
                <a:solidFill>
                  <a:srgbClr val="267F62"/>
                </a:solidFill>
                <a:latin typeface="Arial"/>
                <a:ea typeface="Apple SD Gothic Neo"/>
              </a:rPr>
              <a:t>실제 실행 근거</a:t>
            </a:r>
          </a:p>
        </p:txBody>
      </p:sp>
      <p:sp>
        <p:nvSpPr>
          <p:cNvPr id="9" name="TextBox 8"/>
          <p:cNvSpPr txBox="1"/>
          <p:nvPr/>
        </p:nvSpPr>
        <p:spPr>
          <a:xfrm>
            <a:off x="859536" y="3264408"/>
            <a:ext cx="4901184" cy="2203704"/>
          </a:xfrm>
          <a:prstGeom prst="rect">
            <a:avLst/>
          </a:prstGeom>
          <a:noFill/>
        </p:spPr>
        <p:txBody>
          <a:bodyPr wrap="square" lIns="0" rIns="0" tIns="0" bIns="0">
            <a:spAutoFit/>
          </a:bodyPr>
          <a:lstStyle/>
          <a:p>
            <a:pPr algn="l">
              <a:lnSpc>
                <a:spcPct val="116000"/>
              </a:lnSpc>
              <a:spcBef>
                <a:spcPts val="0"/>
              </a:spcBef>
              <a:spcAft>
                <a:spcPts val="400"/>
              </a:spcAft>
            </a:pPr>
            <a:r>
              <a:rPr sz="1800" b="0">
                <a:solidFill>
                  <a:srgbClr val="182236"/>
                </a:solidFill>
                <a:latin typeface="Arial"/>
                <a:ea typeface="Apple SD Gothic Neo"/>
              </a:rPr>
              <a:t>Copilot CLI 1.0.88 · Node.js 22.16.0</a:t>
            </a:r>
          </a:p>
          <a:p>
            <a:pPr algn="l">
              <a:lnSpc>
                <a:spcPct val="116000"/>
              </a:lnSpc>
              <a:spcBef>
                <a:spcPts val="0"/>
              </a:spcBef>
              <a:spcAft>
                <a:spcPts val="400"/>
              </a:spcAft>
            </a:pPr>
            <a:r>
              <a:rPr sz="1800" b="0">
                <a:solidFill>
                  <a:srgbClr val="182236"/>
                </a:solidFill>
                <a:latin typeface="Arial"/>
                <a:ea typeface="Apple SD Gothic Neo"/>
              </a:rPr>
              <a:t>계획·구현·검토: 실제 CLI 실행</a:t>
            </a:r>
          </a:p>
          <a:p>
            <a:pPr algn="l">
              <a:lnSpc>
                <a:spcPct val="116000"/>
              </a:lnSpc>
              <a:spcBef>
                <a:spcPts val="0"/>
              </a:spcBef>
              <a:spcAft>
                <a:spcPts val="400"/>
              </a:spcAft>
            </a:pPr>
            <a:r>
              <a:rPr sz="1800" b="0">
                <a:solidFill>
                  <a:srgbClr val="182236"/>
                </a:solidFill>
                <a:latin typeface="Arial"/>
                <a:ea typeface="Apple SD Gothic Neo"/>
              </a:rPr>
              <a:t>업무 기준 16개 / 회귀 17개 통과</a:t>
            </a:r>
          </a:p>
          <a:p>
            <a:pPr algn="l">
              <a:lnSpc>
                <a:spcPct val="116000"/>
              </a:lnSpc>
              <a:spcBef>
                <a:spcPts val="0"/>
              </a:spcBef>
              <a:spcAft>
                <a:spcPts val="400"/>
              </a:spcAft>
            </a:pPr>
            <a:r>
              <a:rPr sz="1800" b="0">
                <a:solidFill>
                  <a:srgbClr val="182236"/>
                </a:solidFill>
                <a:latin typeface="Arial"/>
                <a:ea typeface="Apple SD Gothic Neo"/>
              </a:rPr>
              <a:t>실제 브라우저 전후 비교·오류 처리 확인</a:t>
            </a:r>
          </a:p>
          <a:p>
            <a:pPr algn="l">
              <a:lnSpc>
                <a:spcPct val="116000"/>
              </a:lnSpc>
              <a:spcBef>
                <a:spcPts val="0"/>
              </a:spcBef>
              <a:spcAft>
                <a:spcPts val="400"/>
              </a:spcAft>
            </a:pPr>
            <a:r>
              <a:rPr sz="1800" b="0">
                <a:solidFill>
                  <a:srgbClr val="182236"/>
                </a:solidFill>
                <a:latin typeface="Arial"/>
                <a:ea typeface="Apple SD Gothic Neo"/>
              </a:rPr>
              <a:t>최종 사람 판단: 미기록 · 배포 없음</a:t>
            </a:r>
          </a:p>
        </p:txBody>
      </p:sp>
      <p:sp>
        <p:nvSpPr>
          <p:cNvPr id="10" name="Rounded Rectangle 9"/>
          <p:cNvSpPr/>
          <p:nvPr/>
        </p:nvSpPr>
        <p:spPr>
          <a:xfrm>
            <a:off x="6318504" y="2322576"/>
            <a:ext cx="5303520" cy="3575304"/>
          </a:xfrm>
          <a:prstGeom prst="roundRect">
            <a:avLst>
              <a:gd name="adj" fmla="val 12000"/>
            </a:avLst>
          </a:prstGeom>
          <a:solidFill>
            <a:srgbClr val="10172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620256" y="2615184"/>
            <a:ext cx="4700016" cy="429768"/>
          </a:xfrm>
          <a:prstGeom prst="rect">
            <a:avLst/>
          </a:prstGeom>
          <a:noFill/>
        </p:spPr>
        <p:txBody>
          <a:bodyPr wrap="square" lIns="0" rIns="0" tIns="0" bIns="0">
            <a:spAutoFit/>
          </a:bodyPr>
          <a:lstStyle/>
          <a:p>
            <a:pPr algn="l">
              <a:lnSpc>
                <a:spcPct val="116000"/>
              </a:lnSpc>
              <a:spcBef>
                <a:spcPts val="0"/>
              </a:spcBef>
              <a:spcAft>
                <a:spcPts val="400"/>
              </a:spcAft>
            </a:pPr>
            <a:r>
              <a:rPr sz="2300" b="1">
                <a:solidFill>
                  <a:srgbClr val="F0C083"/>
                </a:solidFill>
                <a:latin typeface="Arial"/>
                <a:ea typeface="Apple SD Gothic Neo"/>
              </a:rPr>
              <a:t>이 자료로 주장하지 않음</a:t>
            </a:r>
          </a:p>
        </p:txBody>
      </p:sp>
      <p:sp>
        <p:nvSpPr>
          <p:cNvPr id="12" name="TextBox 11"/>
          <p:cNvSpPr txBox="1"/>
          <p:nvPr/>
        </p:nvSpPr>
        <p:spPr>
          <a:xfrm>
            <a:off x="6629400" y="3264408"/>
            <a:ext cx="4663440" cy="2203704"/>
          </a:xfrm>
          <a:prstGeom prst="rect">
            <a:avLst/>
          </a:prstGeom>
          <a:noFill/>
        </p:spPr>
        <p:txBody>
          <a:bodyPr wrap="square" lIns="0" rIns="0" tIns="0" bIns="0">
            <a:spAutoFit/>
          </a:bodyPr>
          <a:lstStyle/>
          <a:p>
            <a:pPr algn="l">
              <a:lnSpc>
                <a:spcPct val="116000"/>
              </a:lnSpc>
              <a:spcBef>
                <a:spcPts val="0"/>
              </a:spcBef>
              <a:spcAft>
                <a:spcPts val="400"/>
              </a:spcAft>
            </a:pPr>
            <a:r>
              <a:rPr sz="1800" b="0">
                <a:solidFill>
                  <a:srgbClr val="FFFFFF"/>
                </a:solidFill>
                <a:latin typeface="Arial"/>
                <a:ea typeface="Apple SD Gothic Neo"/>
              </a:rPr>
              <a:t>개발 시간·매출·비용 개선율</a:t>
            </a:r>
          </a:p>
          <a:p>
            <a:pPr algn="l">
              <a:lnSpc>
                <a:spcPct val="116000"/>
              </a:lnSpc>
              <a:spcBef>
                <a:spcPts val="0"/>
              </a:spcBef>
              <a:spcAft>
                <a:spcPts val="400"/>
              </a:spcAft>
            </a:pPr>
            <a:r>
              <a:rPr sz="1800" b="0">
                <a:solidFill>
                  <a:srgbClr val="FFFFFF"/>
                </a:solidFill>
                <a:latin typeface="Arial"/>
                <a:ea typeface="Apple SD Gothic Neo"/>
              </a:rPr>
              <a:t>오류가 전혀 없다는 보장</a:t>
            </a:r>
          </a:p>
          <a:p>
            <a:pPr algn="l">
              <a:lnSpc>
                <a:spcPct val="116000"/>
              </a:lnSpc>
              <a:spcBef>
                <a:spcPts val="0"/>
              </a:spcBef>
              <a:spcAft>
                <a:spcPts val="400"/>
              </a:spcAft>
            </a:pPr>
            <a:r>
              <a:rPr sz="1800" b="0">
                <a:solidFill>
                  <a:srgbClr val="FFFFFF"/>
                </a:solidFill>
                <a:latin typeface="Arial"/>
                <a:ea typeface="Apple SD Gothic Neo"/>
              </a:rPr>
              <a:t>운영 결제 시스템의 안전성</a:t>
            </a:r>
          </a:p>
          <a:p>
            <a:pPr algn="l">
              <a:lnSpc>
                <a:spcPct val="116000"/>
              </a:lnSpc>
              <a:spcBef>
                <a:spcPts val="0"/>
              </a:spcBef>
              <a:spcAft>
                <a:spcPts val="400"/>
              </a:spcAft>
            </a:pPr>
            <a:r>
              <a:rPr sz="1800" b="0">
                <a:solidFill>
                  <a:srgbClr val="FFFFFF"/>
                </a:solidFill>
                <a:latin typeface="Arial"/>
                <a:ea typeface="Apple SD Gothic Neo"/>
              </a:rPr>
              <a:t>GitHub PR·Actions·자동 배포</a:t>
            </a:r>
          </a:p>
          <a:p>
            <a:pPr algn="l">
              <a:lnSpc>
                <a:spcPct val="116000"/>
              </a:lnSpc>
              <a:spcBef>
                <a:spcPts val="0"/>
              </a:spcBef>
              <a:spcAft>
                <a:spcPts val="400"/>
              </a:spcAft>
            </a:pPr>
            <a:r>
              <a:rPr sz="1800" b="0">
                <a:solidFill>
                  <a:srgbClr val="FFFFFF"/>
                </a:solidFill>
                <a:latin typeface="Arial"/>
                <a:ea typeface="Apple SD Gothic Neo"/>
              </a:rPr>
              <a:t>Copilot Studio·A2A 연결</a:t>
            </a:r>
          </a:p>
        </p:txBody>
      </p:sp>
      <p:sp>
        <p:nvSpPr>
          <p:cNvPr id="13" name="TextBox 12"/>
          <p:cNvSpPr txBox="1"/>
          <p:nvPr/>
        </p:nvSpPr>
        <p:spPr>
          <a:xfrm>
            <a:off x="603504" y="6053328"/>
            <a:ext cx="10972800" cy="228600"/>
          </a:xfrm>
          <a:prstGeom prst="rect">
            <a:avLst/>
          </a:prstGeom>
          <a:noFill/>
        </p:spPr>
        <p:txBody>
          <a:bodyPr wrap="square" lIns="0" rIns="0" tIns="0" bIns="0">
            <a:spAutoFit/>
          </a:bodyPr>
          <a:lstStyle/>
          <a:p>
            <a:pPr algn="l">
              <a:lnSpc>
                <a:spcPct val="116000"/>
              </a:lnSpc>
              <a:spcBef>
                <a:spcPts val="0"/>
              </a:spcBef>
              <a:spcAft>
                <a:spcPts val="200"/>
              </a:spcAft>
            </a:pPr>
            <a:r>
              <a:rPr sz="1100" b="0">
                <a:solidFill>
                  <a:srgbClr val="78859A"/>
                </a:solidFill>
                <a:latin typeface="Arial"/>
                <a:ea typeface="Apple SD Gothic Neo"/>
              </a:rPr>
              <a:t>상세 로그: demo/reference/.demo/    |    브라우저·제어 확인: evidence/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521207" y="310896"/>
            <a:ext cx="10698480" cy="256032"/>
          </a:xfrm>
          <a:prstGeom prst="rect">
            <a:avLst/>
          </a:prstGeom>
          <a:noFill/>
        </p:spPr>
        <p:txBody>
          <a:bodyPr wrap="square" lIns="0" rIns="0" tIns="0" bIns="0">
            <a:spAutoFit/>
          </a:bodyPr>
          <a:lstStyle/>
          <a:p>
            <a:pPr algn="l">
              <a:lnSpc>
                <a:spcPct val="116000"/>
              </a:lnSpc>
              <a:spcBef>
                <a:spcPts val="0"/>
              </a:spcBef>
              <a:spcAft>
                <a:spcPts val="200"/>
              </a:spcAft>
            </a:pPr>
            <a:r>
              <a:rPr sz="1000" b="1">
                <a:solidFill>
                  <a:srgbClr val="A783D7"/>
                </a:solidFill>
                <a:latin typeface="Arial"/>
                <a:ea typeface="Apple SD Gothic Neo"/>
              </a:rPr>
              <a:t>APPENDIX C  /  PRESENTER KIT &amp; SOURCES</a:t>
            </a:r>
          </a:p>
        </p:txBody>
      </p:sp>
      <p:sp>
        <p:nvSpPr>
          <p:cNvPr id="3" name="TextBox 2"/>
          <p:cNvSpPr txBox="1"/>
          <p:nvPr/>
        </p:nvSpPr>
        <p:spPr>
          <a:xfrm>
            <a:off x="521207" y="832104"/>
            <a:ext cx="11064240" cy="1170432"/>
          </a:xfrm>
          <a:prstGeom prst="rect">
            <a:avLst/>
          </a:prstGeom>
          <a:noFill/>
        </p:spPr>
        <p:txBody>
          <a:bodyPr wrap="square" lIns="0" rIns="0" tIns="0" bIns="0">
            <a:spAutoFit/>
          </a:bodyPr>
          <a:lstStyle/>
          <a:p>
            <a:pPr algn="l">
              <a:lnSpc>
                <a:spcPct val="109000"/>
              </a:lnSpc>
              <a:spcBef>
                <a:spcPts val="0"/>
              </a:spcBef>
              <a:spcAft>
                <a:spcPts val="400"/>
              </a:spcAft>
            </a:pPr>
            <a:r>
              <a:rPr sz="3200" b="1">
                <a:solidFill>
                  <a:srgbClr val="182236"/>
                </a:solidFill>
                <a:latin typeface="Arial"/>
                <a:ea typeface="Apple SD Gothic Neo"/>
              </a:rPr>
              <a:t>바로 보여주고, 근거까지 확인할 수 있습니다.</a:t>
            </a:r>
          </a:p>
        </p:txBody>
      </p:sp>
      <p:cxnSp>
        <p:nvCxnSpPr>
          <p:cNvPr id="4" name="Connector 3"/>
          <p:cNvCxnSpPr/>
          <p:nvPr/>
        </p:nvCxnSpPr>
        <p:spPr>
          <a:xfrm>
            <a:off x="521207" y="6446520"/>
            <a:ext cx="11128249" cy="0"/>
          </a:xfrm>
          <a:prstGeom prst="line">
            <a:avLst/>
          </a:prstGeom>
          <a:ln w="8890">
            <a:solidFill>
              <a:srgbClr val="DCE2EC"/>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9496" y="6547104"/>
            <a:ext cx="8778240" cy="173736"/>
          </a:xfrm>
          <a:prstGeom prst="rect">
            <a:avLst/>
          </a:prstGeom>
          <a:noFill/>
        </p:spPr>
        <p:txBody>
          <a:bodyPr wrap="square" lIns="0" rIns="0" tIns="0" bIns="0">
            <a:spAutoFit/>
          </a:bodyPr>
          <a:lstStyle/>
          <a:p>
            <a:pPr algn="l">
              <a:lnSpc>
                <a:spcPct val="116000"/>
              </a:lnSpc>
              <a:spcBef>
                <a:spcPts val="0"/>
              </a:spcBef>
              <a:spcAft>
                <a:spcPts val="200"/>
              </a:spcAft>
            </a:pPr>
            <a:r>
              <a:rPr sz="850" b="0">
                <a:solidFill>
                  <a:srgbClr val="78859A"/>
                </a:solidFill>
                <a:latin typeface="Arial"/>
                <a:ea typeface="Apple SD Gothic Neo"/>
              </a:rPr>
              <a:t>GitHub Copilot  /  Agentic Development in Action</a:t>
            </a:r>
          </a:p>
        </p:txBody>
      </p:sp>
      <p:sp>
        <p:nvSpPr>
          <p:cNvPr id="6" name="TextBox 5"/>
          <p:cNvSpPr txBox="1"/>
          <p:nvPr/>
        </p:nvSpPr>
        <p:spPr>
          <a:xfrm>
            <a:off x="11064240" y="6510528"/>
            <a:ext cx="576072" cy="246888"/>
          </a:xfrm>
          <a:prstGeom prst="rect">
            <a:avLst/>
          </a:prstGeom>
          <a:noFill/>
        </p:spPr>
        <p:txBody>
          <a:bodyPr wrap="square" lIns="0" rIns="0" tIns="0" bIns="0">
            <a:spAutoFit/>
          </a:bodyPr>
          <a:lstStyle/>
          <a:p>
            <a:pPr algn="r">
              <a:lnSpc>
                <a:spcPct val="116000"/>
              </a:lnSpc>
              <a:spcBef>
                <a:spcPts val="0"/>
              </a:spcBef>
              <a:spcAft>
                <a:spcPts val="200"/>
              </a:spcAft>
            </a:pPr>
            <a:r>
              <a:rPr sz="1100" b="0">
                <a:solidFill>
                  <a:srgbClr val="78859A"/>
                </a:solidFill>
                <a:latin typeface="Arial"/>
                <a:ea typeface="Apple SD Gothic Neo"/>
              </a:rPr>
              <a:t>17</a:t>
            </a:r>
          </a:p>
        </p:txBody>
      </p:sp>
      <p:sp>
        <p:nvSpPr>
          <p:cNvPr id="7" name="TextBox 6"/>
          <p:cNvSpPr txBox="1"/>
          <p:nvPr/>
        </p:nvSpPr>
        <p:spPr>
          <a:xfrm>
            <a:off x="594360" y="2276856"/>
            <a:ext cx="4965192" cy="411480"/>
          </a:xfrm>
          <a:prstGeom prst="rect">
            <a:avLst/>
          </a:prstGeom>
          <a:noFill/>
        </p:spPr>
        <p:txBody>
          <a:bodyPr wrap="square" lIns="0" rIns="0" tIns="0" bIns="0">
            <a:spAutoFit/>
          </a:bodyPr>
          <a:lstStyle/>
          <a:p>
            <a:pPr algn="l">
              <a:lnSpc>
                <a:spcPct val="116000"/>
              </a:lnSpc>
              <a:spcBef>
                <a:spcPts val="0"/>
              </a:spcBef>
              <a:spcAft>
                <a:spcPts val="400"/>
              </a:spcAft>
            </a:pPr>
            <a:r>
              <a:rPr sz="2300" b="1">
                <a:solidFill>
                  <a:srgbClr val="182236"/>
                </a:solidFill>
                <a:latin typeface="Arial"/>
                <a:ea typeface="Apple SD Gothic Neo"/>
              </a:rPr>
              <a:t>발표자 키트</a:t>
            </a:r>
          </a:p>
        </p:txBody>
      </p:sp>
      <p:sp>
        <p:nvSpPr>
          <p:cNvPr id="8" name="TextBox 7"/>
          <p:cNvSpPr txBox="1"/>
          <p:nvPr/>
        </p:nvSpPr>
        <p:spPr>
          <a:xfrm>
            <a:off x="612648" y="2862072"/>
            <a:ext cx="1490472" cy="301752"/>
          </a:xfrm>
          <a:prstGeom prst="rect">
            <a:avLst/>
          </a:prstGeom>
          <a:noFill/>
        </p:spPr>
        <p:txBody>
          <a:bodyPr wrap="square" lIns="0" rIns="0" tIns="0" bIns="0">
            <a:spAutoFit/>
          </a:bodyPr>
          <a:lstStyle/>
          <a:p>
            <a:pPr algn="l">
              <a:lnSpc>
                <a:spcPct val="116000"/>
              </a:lnSpc>
              <a:spcBef>
                <a:spcPts val="0"/>
              </a:spcBef>
              <a:spcAft>
                <a:spcPts val="200"/>
              </a:spcAft>
            </a:pPr>
            <a:r>
              <a:rPr sz="1300" b="1">
                <a:solidFill>
                  <a:srgbClr val="78859A"/>
                </a:solidFill>
                <a:latin typeface="Arial"/>
                <a:ea typeface="Apple SD Gothic Neo"/>
              </a:rPr>
              <a:t>영상</a:t>
            </a:r>
          </a:p>
        </p:txBody>
      </p:sp>
      <p:sp>
        <p:nvSpPr>
          <p:cNvPr id="9" name="TextBox 8"/>
          <p:cNvSpPr txBox="1"/>
          <p:nvPr/>
        </p:nvSpPr>
        <p:spPr>
          <a:xfrm>
            <a:off x="2075688" y="2862072"/>
            <a:ext cx="4279392" cy="320040"/>
          </a:xfrm>
          <a:prstGeom prst="rect">
            <a:avLst/>
          </a:prstGeom>
          <a:noFill/>
        </p:spPr>
        <p:txBody>
          <a:bodyPr wrap="square" lIns="0" rIns="0" tIns="0" bIns="0">
            <a:spAutoFit/>
          </a:bodyPr>
          <a:lstStyle/>
          <a:p>
            <a:pPr algn="l">
              <a:lnSpc>
                <a:spcPct val="116000"/>
              </a:lnSpc>
              <a:spcBef>
                <a:spcPts val="0"/>
              </a:spcBef>
              <a:spcAft>
                <a:spcPts val="200"/>
              </a:spcAft>
            </a:pPr>
            <a:r>
              <a:rPr sz="1150" b="0">
                <a:solidFill>
                  <a:srgbClr val="182236"/>
                </a:solidFill>
                <a:latin typeface="Arial"/>
                <a:ea typeface="Apple SD Gothic Neo"/>
              </a:rPr>
              <a:t>video/Agentic-Development-Demo-KO.mp4</a:t>
            </a:r>
          </a:p>
        </p:txBody>
      </p:sp>
      <p:sp>
        <p:nvSpPr>
          <p:cNvPr id="10" name="TextBox 9"/>
          <p:cNvSpPr txBox="1"/>
          <p:nvPr/>
        </p:nvSpPr>
        <p:spPr>
          <a:xfrm>
            <a:off x="612648" y="3383279"/>
            <a:ext cx="1490472" cy="301752"/>
          </a:xfrm>
          <a:prstGeom prst="rect">
            <a:avLst/>
          </a:prstGeom>
          <a:noFill/>
        </p:spPr>
        <p:txBody>
          <a:bodyPr wrap="square" lIns="0" rIns="0" tIns="0" bIns="0">
            <a:spAutoFit/>
          </a:bodyPr>
          <a:lstStyle/>
          <a:p>
            <a:pPr algn="l">
              <a:lnSpc>
                <a:spcPct val="116000"/>
              </a:lnSpc>
              <a:spcBef>
                <a:spcPts val="0"/>
              </a:spcBef>
              <a:spcAft>
                <a:spcPts val="200"/>
              </a:spcAft>
            </a:pPr>
            <a:r>
              <a:rPr sz="1300" b="1">
                <a:solidFill>
                  <a:srgbClr val="78859A"/>
                </a:solidFill>
                <a:latin typeface="Arial"/>
                <a:ea typeface="Apple SD Gothic Neo"/>
              </a:rPr>
              <a:t>가이드</a:t>
            </a:r>
          </a:p>
        </p:txBody>
      </p:sp>
      <p:sp>
        <p:nvSpPr>
          <p:cNvPr id="11" name="TextBox 10"/>
          <p:cNvSpPr txBox="1"/>
          <p:nvPr/>
        </p:nvSpPr>
        <p:spPr>
          <a:xfrm>
            <a:off x="2075688" y="3383279"/>
            <a:ext cx="4279392" cy="320040"/>
          </a:xfrm>
          <a:prstGeom prst="rect">
            <a:avLst/>
          </a:prstGeom>
          <a:noFill/>
        </p:spPr>
        <p:txBody>
          <a:bodyPr wrap="square" lIns="0" rIns="0" tIns="0" bIns="0">
            <a:spAutoFit/>
          </a:bodyPr>
          <a:lstStyle/>
          <a:p>
            <a:pPr algn="l">
              <a:lnSpc>
                <a:spcPct val="116000"/>
              </a:lnSpc>
              <a:spcBef>
                <a:spcPts val="0"/>
              </a:spcBef>
              <a:spcAft>
                <a:spcPts val="200"/>
              </a:spcAft>
            </a:pPr>
            <a:r>
              <a:rPr sz="1150" b="0">
                <a:solidFill>
                  <a:srgbClr val="182236"/>
                </a:solidFill>
                <a:latin typeface="Arial"/>
                <a:ea typeface="Apple SD Gothic Neo"/>
              </a:rPr>
              <a:t>DEMO-GUIDE.ko.md</a:t>
            </a:r>
          </a:p>
        </p:txBody>
      </p:sp>
      <p:sp>
        <p:nvSpPr>
          <p:cNvPr id="12" name="TextBox 11"/>
          <p:cNvSpPr txBox="1"/>
          <p:nvPr/>
        </p:nvSpPr>
        <p:spPr>
          <a:xfrm>
            <a:off x="612648" y="3904487"/>
            <a:ext cx="1490472" cy="301752"/>
          </a:xfrm>
          <a:prstGeom prst="rect">
            <a:avLst/>
          </a:prstGeom>
          <a:noFill/>
        </p:spPr>
        <p:txBody>
          <a:bodyPr wrap="square" lIns="0" rIns="0" tIns="0" bIns="0">
            <a:spAutoFit/>
          </a:bodyPr>
          <a:lstStyle/>
          <a:p>
            <a:pPr algn="l">
              <a:lnSpc>
                <a:spcPct val="116000"/>
              </a:lnSpc>
              <a:spcBef>
                <a:spcPts val="0"/>
              </a:spcBef>
              <a:spcAft>
                <a:spcPts val="200"/>
              </a:spcAft>
            </a:pPr>
            <a:r>
              <a:rPr sz="1300" b="1">
                <a:solidFill>
                  <a:srgbClr val="78859A"/>
                </a:solidFill>
                <a:latin typeface="Arial"/>
                <a:ea typeface="Apple SD Gothic Neo"/>
              </a:rPr>
              <a:t>저장본 실행</a:t>
            </a:r>
          </a:p>
        </p:txBody>
      </p:sp>
      <p:sp>
        <p:nvSpPr>
          <p:cNvPr id="13" name="TextBox 12"/>
          <p:cNvSpPr txBox="1"/>
          <p:nvPr/>
        </p:nvSpPr>
        <p:spPr>
          <a:xfrm>
            <a:off x="2075688" y="3904487"/>
            <a:ext cx="4279392" cy="320040"/>
          </a:xfrm>
          <a:prstGeom prst="rect">
            <a:avLst/>
          </a:prstGeom>
          <a:noFill/>
        </p:spPr>
        <p:txBody>
          <a:bodyPr wrap="square" lIns="0" rIns="0" tIns="0" bIns="0">
            <a:spAutoFit/>
          </a:bodyPr>
          <a:lstStyle/>
          <a:p>
            <a:pPr algn="l">
              <a:lnSpc>
                <a:spcPct val="116000"/>
              </a:lnSpc>
              <a:spcBef>
                <a:spcPts val="0"/>
              </a:spcBef>
              <a:spcAft>
                <a:spcPts val="200"/>
              </a:spcAft>
            </a:pPr>
            <a:r>
              <a:rPr sz="1150" b="0">
                <a:solidFill>
                  <a:srgbClr val="182236"/>
                </a:solidFill>
                <a:latin typeface="Arial"/>
                <a:ea typeface="Apple SD Gothic Neo"/>
              </a:rPr>
              <a:t>cd demo &amp;&amp; npm run fallback</a:t>
            </a:r>
          </a:p>
        </p:txBody>
      </p:sp>
      <p:sp>
        <p:nvSpPr>
          <p:cNvPr id="14" name="TextBox 13"/>
          <p:cNvSpPr txBox="1"/>
          <p:nvPr/>
        </p:nvSpPr>
        <p:spPr>
          <a:xfrm>
            <a:off x="612648" y="4425696"/>
            <a:ext cx="1490472" cy="301752"/>
          </a:xfrm>
          <a:prstGeom prst="rect">
            <a:avLst/>
          </a:prstGeom>
          <a:noFill/>
        </p:spPr>
        <p:txBody>
          <a:bodyPr wrap="square" lIns="0" rIns="0" tIns="0" bIns="0">
            <a:spAutoFit/>
          </a:bodyPr>
          <a:lstStyle/>
          <a:p>
            <a:pPr algn="l">
              <a:lnSpc>
                <a:spcPct val="116000"/>
              </a:lnSpc>
              <a:spcBef>
                <a:spcPts val="0"/>
              </a:spcBef>
              <a:spcAft>
                <a:spcPts val="200"/>
              </a:spcAft>
            </a:pPr>
            <a:r>
              <a:rPr sz="1300" b="1">
                <a:solidFill>
                  <a:srgbClr val="78859A"/>
                </a:solidFill>
                <a:latin typeface="Arial"/>
                <a:ea typeface="Apple SD Gothic Neo"/>
              </a:rPr>
              <a:t>고객 화면</a:t>
            </a:r>
          </a:p>
        </p:txBody>
      </p:sp>
      <p:sp>
        <p:nvSpPr>
          <p:cNvPr id="15" name="TextBox 14"/>
          <p:cNvSpPr txBox="1"/>
          <p:nvPr/>
        </p:nvSpPr>
        <p:spPr>
          <a:xfrm>
            <a:off x="2075688" y="4425696"/>
            <a:ext cx="4279392" cy="320040"/>
          </a:xfrm>
          <a:prstGeom prst="rect">
            <a:avLst/>
          </a:prstGeom>
          <a:noFill/>
        </p:spPr>
        <p:txBody>
          <a:bodyPr wrap="square" lIns="0" rIns="0" tIns="0" bIns="0">
            <a:spAutoFit/>
          </a:bodyPr>
          <a:lstStyle/>
          <a:p>
            <a:pPr algn="l">
              <a:lnSpc>
                <a:spcPct val="116000"/>
              </a:lnSpc>
              <a:spcBef>
                <a:spcPts val="0"/>
              </a:spcBef>
              <a:spcAft>
                <a:spcPts val="200"/>
              </a:spcAft>
            </a:pPr>
            <a:r>
              <a:rPr sz="1150" b="0">
                <a:solidFill>
                  <a:srgbClr val="182236"/>
                </a:solidFill>
                <a:latin typeface="Arial"/>
                <a:ea typeface="Apple SD Gothic Neo"/>
              </a:rPr>
              <a:t>http://127.0.0.1:4310/</a:t>
            </a:r>
          </a:p>
        </p:txBody>
      </p:sp>
      <p:sp>
        <p:nvSpPr>
          <p:cNvPr id="16" name="TextBox 15"/>
          <p:cNvSpPr txBox="1"/>
          <p:nvPr/>
        </p:nvSpPr>
        <p:spPr>
          <a:xfrm>
            <a:off x="612648" y="4946904"/>
            <a:ext cx="1490472" cy="301752"/>
          </a:xfrm>
          <a:prstGeom prst="rect">
            <a:avLst/>
          </a:prstGeom>
          <a:noFill/>
        </p:spPr>
        <p:txBody>
          <a:bodyPr wrap="square" lIns="0" rIns="0" tIns="0" bIns="0">
            <a:spAutoFit/>
          </a:bodyPr>
          <a:lstStyle/>
          <a:p>
            <a:pPr algn="l">
              <a:lnSpc>
                <a:spcPct val="116000"/>
              </a:lnSpc>
              <a:spcBef>
                <a:spcPts val="0"/>
              </a:spcBef>
              <a:spcAft>
                <a:spcPts val="200"/>
              </a:spcAft>
            </a:pPr>
            <a:r>
              <a:rPr sz="1300" b="1">
                <a:solidFill>
                  <a:srgbClr val="78859A"/>
                </a:solidFill>
                <a:latin typeface="Arial"/>
                <a:ea typeface="Apple SD Gothic Neo"/>
              </a:rPr>
              <a:t>출시 판단 근거</a:t>
            </a:r>
          </a:p>
        </p:txBody>
      </p:sp>
      <p:sp>
        <p:nvSpPr>
          <p:cNvPr id="17" name="TextBox 16"/>
          <p:cNvSpPr txBox="1"/>
          <p:nvPr/>
        </p:nvSpPr>
        <p:spPr>
          <a:xfrm>
            <a:off x="2075688" y="4946904"/>
            <a:ext cx="4279392" cy="320040"/>
          </a:xfrm>
          <a:prstGeom prst="rect">
            <a:avLst/>
          </a:prstGeom>
          <a:noFill/>
        </p:spPr>
        <p:txBody>
          <a:bodyPr wrap="square" lIns="0" rIns="0" tIns="0" bIns="0">
            <a:spAutoFit/>
          </a:bodyPr>
          <a:lstStyle/>
          <a:p>
            <a:pPr algn="l">
              <a:lnSpc>
                <a:spcPct val="116000"/>
              </a:lnSpc>
              <a:spcBef>
                <a:spcPts val="0"/>
              </a:spcBef>
              <a:spcAft>
                <a:spcPts val="200"/>
              </a:spcAft>
            </a:pPr>
            <a:r>
              <a:rPr sz="1150" b="0">
                <a:solidFill>
                  <a:srgbClr val="182236"/>
                </a:solidFill>
                <a:latin typeface="Arial"/>
                <a:ea typeface="Apple SD Gothic Neo"/>
              </a:rPr>
              <a:t>http://127.0.0.1:4310/presenter</a:t>
            </a:r>
          </a:p>
        </p:txBody>
      </p:sp>
      <p:sp>
        <p:nvSpPr>
          <p:cNvPr id="18" name="TextBox 17"/>
          <p:cNvSpPr txBox="1"/>
          <p:nvPr/>
        </p:nvSpPr>
        <p:spPr>
          <a:xfrm>
            <a:off x="6620256" y="2276856"/>
            <a:ext cx="4965192" cy="411480"/>
          </a:xfrm>
          <a:prstGeom prst="rect">
            <a:avLst/>
          </a:prstGeom>
          <a:noFill/>
        </p:spPr>
        <p:txBody>
          <a:bodyPr wrap="square" lIns="0" rIns="0" tIns="0" bIns="0">
            <a:spAutoFit/>
          </a:bodyPr>
          <a:lstStyle/>
          <a:p>
            <a:pPr algn="l">
              <a:lnSpc>
                <a:spcPct val="116000"/>
              </a:lnSpc>
              <a:spcBef>
                <a:spcPts val="0"/>
              </a:spcBef>
              <a:spcAft>
                <a:spcPts val="400"/>
              </a:spcAft>
            </a:pPr>
            <a:r>
              <a:rPr sz="2300" b="1">
                <a:solidFill>
                  <a:srgbClr val="182236"/>
                </a:solidFill>
                <a:latin typeface="Arial"/>
                <a:ea typeface="Apple SD Gothic Neo"/>
              </a:rPr>
              <a:t>공식 문서</a:t>
            </a:r>
          </a:p>
        </p:txBody>
      </p:sp>
      <p:sp>
        <p:nvSpPr>
          <p:cNvPr id="19" name="TextBox 18">
            <a:hlinkClick r:id="rId2"/>
          </p:cNvPr>
          <p:cNvSpPr txBox="1"/>
          <p:nvPr/>
        </p:nvSpPr>
        <p:spPr>
          <a:xfrm>
            <a:off x="6629400" y="2862072"/>
            <a:ext cx="4663440" cy="356616"/>
          </a:xfrm>
          <a:prstGeom prst="rect">
            <a:avLst/>
          </a:prstGeom>
          <a:noFill/>
        </p:spPr>
        <p:txBody>
          <a:bodyPr wrap="square" lIns="0" rIns="0" tIns="0" bIns="0">
            <a:spAutoFit/>
          </a:bodyPr>
          <a:lstStyle/>
          <a:p>
            <a:pPr algn="l">
              <a:lnSpc>
                <a:spcPct val="116000"/>
              </a:lnSpc>
              <a:spcBef>
                <a:spcPts val="0"/>
              </a:spcBef>
              <a:spcAft>
                <a:spcPts val="400"/>
              </a:spcAft>
            </a:pPr>
            <a:r>
              <a:rPr sz="1600" b="0">
                <a:solidFill>
                  <a:srgbClr val="A783D7"/>
                </a:solidFill>
                <a:latin typeface="Arial"/>
                <a:ea typeface="Apple SD Gothic Neo"/>
              </a:rPr>
              <a:t>01  GitHub Copilot CLI 사용 ↗</a:t>
            </a:r>
          </a:p>
        </p:txBody>
      </p:sp>
      <p:sp>
        <p:nvSpPr>
          <p:cNvPr id="20" name="TextBox 19">
            <a:hlinkClick r:id="rId3"/>
          </p:cNvPr>
          <p:cNvSpPr txBox="1"/>
          <p:nvPr/>
        </p:nvSpPr>
        <p:spPr>
          <a:xfrm>
            <a:off x="6629400" y="3383279"/>
            <a:ext cx="4663440" cy="356616"/>
          </a:xfrm>
          <a:prstGeom prst="rect">
            <a:avLst/>
          </a:prstGeom>
          <a:noFill/>
        </p:spPr>
        <p:txBody>
          <a:bodyPr wrap="square" lIns="0" rIns="0" tIns="0" bIns="0">
            <a:spAutoFit/>
          </a:bodyPr>
          <a:lstStyle/>
          <a:p>
            <a:pPr algn="l">
              <a:lnSpc>
                <a:spcPct val="116000"/>
              </a:lnSpc>
              <a:spcBef>
                <a:spcPts val="0"/>
              </a:spcBef>
              <a:spcAft>
                <a:spcPts val="400"/>
              </a:spcAft>
            </a:pPr>
            <a:r>
              <a:rPr sz="1600" b="0">
                <a:solidFill>
                  <a:srgbClr val="A783D7"/>
                </a:solidFill>
                <a:latin typeface="Arial"/>
                <a:ea typeface="Apple SD Gothic Neo"/>
              </a:rPr>
              <a:t>02  Custom agents 설정 ↗</a:t>
            </a:r>
          </a:p>
        </p:txBody>
      </p:sp>
      <p:sp>
        <p:nvSpPr>
          <p:cNvPr id="21" name="TextBox 20">
            <a:hlinkClick r:id="rId4"/>
          </p:cNvPr>
          <p:cNvSpPr txBox="1"/>
          <p:nvPr/>
        </p:nvSpPr>
        <p:spPr>
          <a:xfrm>
            <a:off x="6629400" y="3904487"/>
            <a:ext cx="4663440" cy="356616"/>
          </a:xfrm>
          <a:prstGeom prst="rect">
            <a:avLst/>
          </a:prstGeom>
          <a:noFill/>
        </p:spPr>
        <p:txBody>
          <a:bodyPr wrap="square" lIns="0" rIns="0" tIns="0" bIns="0">
            <a:spAutoFit/>
          </a:bodyPr>
          <a:lstStyle/>
          <a:p>
            <a:pPr algn="l">
              <a:lnSpc>
                <a:spcPct val="116000"/>
              </a:lnSpc>
              <a:spcBef>
                <a:spcPts val="0"/>
              </a:spcBef>
              <a:spcAft>
                <a:spcPts val="400"/>
              </a:spcAft>
            </a:pPr>
            <a:r>
              <a:rPr sz="1600" b="0">
                <a:solidFill>
                  <a:srgbClr val="A783D7"/>
                </a:solidFill>
                <a:latin typeface="Arial"/>
                <a:ea typeface="Apple SD Gothic Neo"/>
              </a:rPr>
              <a:t>03  CLI 권한·경계 ↗</a:t>
            </a:r>
          </a:p>
        </p:txBody>
      </p:sp>
      <p:sp>
        <p:nvSpPr>
          <p:cNvPr id="22" name="TextBox 21">
            <a:hlinkClick r:id="rId5"/>
          </p:cNvPr>
          <p:cNvSpPr txBox="1"/>
          <p:nvPr/>
        </p:nvSpPr>
        <p:spPr>
          <a:xfrm>
            <a:off x="6629400" y="4425696"/>
            <a:ext cx="4663440" cy="356616"/>
          </a:xfrm>
          <a:prstGeom prst="rect">
            <a:avLst/>
          </a:prstGeom>
          <a:noFill/>
        </p:spPr>
        <p:txBody>
          <a:bodyPr wrap="square" lIns="0" rIns="0" tIns="0" bIns="0">
            <a:spAutoFit/>
          </a:bodyPr>
          <a:lstStyle/>
          <a:p>
            <a:pPr algn="l">
              <a:lnSpc>
                <a:spcPct val="116000"/>
              </a:lnSpc>
              <a:spcBef>
                <a:spcPts val="0"/>
              </a:spcBef>
              <a:spcAft>
                <a:spcPts val="400"/>
              </a:spcAft>
            </a:pPr>
            <a:r>
              <a:rPr sz="1600" b="0">
                <a:solidFill>
                  <a:srgbClr val="A783D7"/>
                </a:solidFill>
                <a:latin typeface="Arial"/>
                <a:ea typeface="Apple SD Gothic Neo"/>
              </a:rPr>
              <a:t>04  Copilot Studio agent flows ↗</a:t>
            </a:r>
          </a:p>
        </p:txBody>
      </p:sp>
      <p:sp>
        <p:nvSpPr>
          <p:cNvPr id="23" name="TextBox 22">
            <a:hlinkClick r:id="rId6"/>
          </p:cNvPr>
          <p:cNvSpPr txBox="1"/>
          <p:nvPr/>
        </p:nvSpPr>
        <p:spPr>
          <a:xfrm>
            <a:off x="6629400" y="4946904"/>
            <a:ext cx="4663440" cy="356616"/>
          </a:xfrm>
          <a:prstGeom prst="rect">
            <a:avLst/>
          </a:prstGeom>
          <a:noFill/>
        </p:spPr>
        <p:txBody>
          <a:bodyPr wrap="square" lIns="0" rIns="0" tIns="0" bIns="0">
            <a:spAutoFit/>
          </a:bodyPr>
          <a:lstStyle/>
          <a:p>
            <a:pPr algn="l">
              <a:lnSpc>
                <a:spcPct val="116000"/>
              </a:lnSpc>
              <a:spcBef>
                <a:spcPts val="0"/>
              </a:spcBef>
              <a:spcAft>
                <a:spcPts val="400"/>
              </a:spcAft>
            </a:pPr>
            <a:r>
              <a:rPr sz="1600" b="0">
                <a:solidFill>
                  <a:srgbClr val="A783D7"/>
                </a:solidFill>
                <a:latin typeface="Arial"/>
                <a:ea typeface="Apple SD Gothic Neo"/>
              </a:rPr>
              <a:t>05  A2A 공식 소개 ↗</a:t>
            </a:r>
          </a:p>
        </p:txBody>
      </p:sp>
      <p:sp>
        <p:nvSpPr>
          <p:cNvPr id="24" name="TextBox 23"/>
          <p:cNvSpPr txBox="1"/>
          <p:nvPr/>
        </p:nvSpPr>
        <p:spPr>
          <a:xfrm>
            <a:off x="603504" y="5888736"/>
            <a:ext cx="10991088" cy="374904"/>
          </a:xfrm>
          <a:prstGeom prst="rect">
            <a:avLst/>
          </a:prstGeom>
          <a:noFill/>
        </p:spPr>
        <p:txBody>
          <a:bodyPr wrap="square" lIns="0" rIns="0" tIns="0" bIns="0">
            <a:spAutoFit/>
          </a:bodyPr>
          <a:lstStyle/>
          <a:p>
            <a:pPr algn="l">
              <a:lnSpc>
                <a:spcPct val="116000"/>
              </a:lnSpc>
              <a:spcBef>
                <a:spcPts val="0"/>
              </a:spcBef>
              <a:spcAft>
                <a:spcPts val="200"/>
              </a:spcAft>
            </a:pPr>
            <a:r>
              <a:rPr sz="1500" b="0">
                <a:solidFill>
                  <a:srgbClr val="78859A"/>
                </a:solidFill>
                <a:latin typeface="Arial"/>
                <a:ea typeface="Apple SD Gothic Neo"/>
              </a:rPr>
              <a:t>확인일: 2026-09-26 KST   ·   발표용 보조 UI와 스크립트는 본 키트의 구현입니다.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Copilot: Agentic Development in Action</dc:title>
  <dc:subject>고객 문제에서 출시 판단 근거까지</dc:subject>
  <dc:creator>GitHub Copilot presenter kit</dc:creator>
  <cp:keywords>Copilot, CXO, agentic development, human control</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